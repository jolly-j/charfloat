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单位：万元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营业收入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7 月</c:v>
                </c:pt>
                <c:pt idx="1">
                  <c:v>8 月</c:v>
                </c:pt>
                <c:pt idx="2">
                  <c:v>9 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</c:v>
                </c:pt>
                <c:pt idx="1">
                  <c:v>94</c:v>
                </c:pt>
                <c:pt idx="2">
                  <c:v>108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运营成本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7 月</c:v>
                </c:pt>
                <c:pt idx="1">
                  <c:v>8 月</c:v>
                </c:pt>
                <c:pt idx="2">
                  <c:v>9 月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66</c:v>
                </c:pt>
                <c:pt idx="1">
                  <c:v>72</c:v>
                </c:pt>
                <c:pt idx="2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1">
                <a:solidFill>
                  <a:srgbClr val="0F4C81"/>
                </a:solidFill>
                <a:latin typeface="微软雅黑"/>
              </a:rPr>
              <a:t>2026 年三季度经营汇报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28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微软雅黑"/>
              </a:rPr>
              <a:t>数据来源：月度经营分析 · 2026-09 · 单位：万元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7315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微软雅黑"/>
              </a:rPr>
              <a:t>核心指标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3291840" cy="23774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4884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F4C81"/>
                </a:solidFill>
                <a:latin typeface="微软雅黑"/>
              </a:rP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274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微软雅黑"/>
              </a:rPr>
              <a:t>108 万元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微软雅黑"/>
              </a:rPr>
              <a:t>9 月营业收入，环比 +14.9%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920240"/>
            <a:ext cx="3291840" cy="23774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214884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F4C81"/>
                </a:solidFill>
                <a:latin typeface="微软雅黑"/>
              </a:rPr>
              <a:t>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651760"/>
            <a:ext cx="274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微软雅黑"/>
              </a:rPr>
              <a:t>28 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56616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微软雅黑"/>
              </a:rPr>
              <a:t>9 月营业利润，环比 +27.3%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920240"/>
            <a:ext cx="3291840" cy="23774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4884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F4C81"/>
                </a:solidFill>
                <a:latin typeface="微软雅黑"/>
              </a:rPr>
              <a:t>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651760"/>
            <a:ext cx="274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微软雅黑"/>
              </a:rPr>
              <a:t>25.9%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56616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微软雅黑"/>
              </a:rPr>
              <a:t>利润率较 7 月提升 2.6 个百分点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微软雅黑"/>
              </a:rPr>
              <a:t>营收与成本趋势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645920"/>
          <a:ext cx="105156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微软雅黑"/>
              </a:rPr>
              <a:t>结论与行动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1F2937"/>
                </a:solidFill>
                <a:latin typeface="微软雅黑"/>
              </a:defRPr>
            </a:pPr>
            <a:r>
              <a:t>·  营收连续三月增长，9 月环比 +14.9%，海外占比升至 12.0%</a:t>
            </a:r>
          </a:p>
          <a:p>
            <a:pPr>
              <a:spcAft>
                <a:spcPts val="1600"/>
              </a:spcAft>
              <a:defRPr sz="1900">
                <a:solidFill>
                  <a:srgbClr val="1F2937"/>
                </a:solidFill>
                <a:latin typeface="微软雅黑"/>
              </a:defRPr>
            </a:pPr>
            <a:r>
              <a:t>·  利润率逐月改善至 25.9%，结构优化有效</a:t>
            </a:r>
          </a:p>
          <a:p>
            <a:pPr>
              <a:spcAft>
                <a:spcPts val="1600"/>
              </a:spcAft>
              <a:defRPr sz="1900">
                <a:solidFill>
                  <a:srgbClr val="1F2937"/>
                </a:solidFill>
                <a:latin typeface="微软雅黑"/>
              </a:defRPr>
            </a:pPr>
            <a:r>
              <a:t>·  运营成本环比 +11.1%，采购与渠道费用需专项复核</a:t>
            </a:r>
          </a:p>
          <a:p>
            <a:pPr>
              <a:spcAft>
                <a:spcPts val="1600"/>
              </a:spcAft>
              <a:defRPr sz="1900">
                <a:solidFill>
                  <a:srgbClr val="1F2937"/>
                </a:solidFill>
                <a:latin typeface="微软雅黑"/>
              </a:defRPr>
            </a:pPr>
            <a:r>
              <a:t>·  下月动作：完成成本结构复盘，评估海外渠道复制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6289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800" b="1">
                <a:solidFill>
                  <a:srgbClr val="0F4C81"/>
                </a:solidFill>
                <a:latin typeface="微软雅黑"/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微软雅黑"/>
              </a:rPr>
              <a:t>字浮 CharFloat · 让 AI 直接在你的桌面上把活干完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