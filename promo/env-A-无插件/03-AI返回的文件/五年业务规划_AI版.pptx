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827" r:id="rId3"/>
  </p:sldIdLst>
  <p:sldSz cx="12192000" cy="6858000"/>
  <p:notesSz cx="7099300" cy="10234295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红强" initials="李红强" lastIdx="2" clrIdx="0"/>
  <p:cmAuthor id="2" name="章洁" initials="章洁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BF5"/>
    <a:srgbClr val="F3F8FE"/>
    <a:srgbClr val="D8E4F7"/>
    <a:srgbClr val="B2CBF0"/>
    <a:srgbClr val="C5D8F3"/>
    <a:srgbClr val="2E54A1"/>
    <a:srgbClr val="CE0000"/>
    <a:srgbClr val="F1F6FD"/>
    <a:srgbClr val="FEF8EE"/>
    <a:srgbClr val="CBD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9" autoAdjust="0"/>
    <p:restoredTop sz="94080" autoAdjust="0"/>
  </p:normalViewPr>
  <p:slideViewPr>
    <p:cSldViewPr snapToGrid="0" showGuides="1">
      <p:cViewPr varScale="1">
        <p:scale>
          <a:sx n="97" d="100"/>
          <a:sy n="97" d="100"/>
        </p:scale>
        <p:origin x="-96" y="-269"/>
      </p:cViewPr>
      <p:guideLst>
        <p:guide orient="horz" pos="2176"/>
        <p:guide pos="382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7" d="100"/>
          <a:sy n="47" d="100"/>
        </p:scale>
        <p:origin x="274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B00CE-8BE8-4B91-89AA-A355CA3A9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96DE59F-6838-4ABA-8C8C-44C27050B8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mit Bild, Headline 2-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8" b="19216"/>
          <a:stretch>
            <a:fillRect/>
          </a:stretch>
        </p:blipFill>
        <p:spPr>
          <a:xfrm>
            <a:off x="0" y="-9624"/>
            <a:ext cx="12192000" cy="3536596"/>
          </a:xfrm>
          <a:prstGeom prst="rect">
            <a:avLst/>
          </a:prstGeom>
        </p:spPr>
      </p:pic>
      <p:graphicFrame>
        <p:nvGraphicFramePr>
          <p:cNvPr id="22" name="Objekt 21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0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" name="think-cell Folie" r:id="rId4" imgW="0" imgH="0" progId="TCLayout.ActiveDocument.1">
                  <p:embed/>
                </p:oleObj>
              </mc:Choice>
              <mc:Fallback>
                <p:oleObj name="think-cell Folie" r:id="rId4" imgW="0" imgH="0" progId="TCLayout.ActiveDocument.1">
                  <p:embed/>
                  <p:pic>
                    <p:nvPicPr>
                      <p:cNvPr id="0" name="图片 103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667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08109" y="4436457"/>
            <a:ext cx="10958488" cy="47898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3600" b="1" cap="all" baseline="0">
                <a:solidFill>
                  <a:srgbClr val="0096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dirty="0"/>
              <a:t>INPUT HEADLINE HERE</a:t>
            </a:r>
            <a:endParaRPr lang="de-DE" dirty="0"/>
          </a:p>
        </p:txBody>
      </p:sp>
      <p:sp>
        <p:nvSpPr>
          <p:cNvPr id="15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23422" y="5104209"/>
            <a:ext cx="10946279" cy="264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2000" b="1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dirty="0"/>
              <a:t>INSERT Subheadline HERE</a:t>
            </a:r>
            <a:endParaRPr lang="de-DE" dirty="0"/>
          </a:p>
        </p:txBody>
      </p:sp>
      <p:sp>
        <p:nvSpPr>
          <p:cNvPr id="16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623422" y="6207021"/>
            <a:ext cx="4764268" cy="50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de-DE" dirty="0"/>
              <a:t>Name, Department</a:t>
            </a:r>
            <a:endParaRPr lang="de-DE" dirty="0"/>
          </a:p>
          <a:p>
            <a:pPr lvl="0"/>
            <a:r>
              <a:rPr lang="de-DE" dirty="0"/>
              <a:t>Date, Location, Max. Two lines</a:t>
            </a:r>
            <a:endParaRPr lang="de-DE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4877"/>
            <a:ext cx="12202510" cy="48658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33" y="5906866"/>
            <a:ext cx="1721367" cy="722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24417" y="1639833"/>
            <a:ext cx="10945283" cy="48538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None/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marL="200025" indent="-200025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2pPr>
            <a:lvl3pPr marL="452755" indent="-186055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3pPr>
            <a:lvl4pPr marL="719455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4pPr>
            <a:lvl5pPr marL="986155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5pPr>
          </a:lstStyle>
          <a:p>
            <a:pPr lvl="0"/>
            <a:r>
              <a:rPr lang="de-DE" dirty="0"/>
              <a:t>Plain text with bullet-points 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6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2916" y="403226"/>
            <a:ext cx="10956784" cy="9604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800" b="1" cap="all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dirty="0"/>
              <a:t>CLICK TO INPUT HEADLINE</a:t>
            </a:r>
            <a:br>
              <a:rPr lang="de-DE" dirty="0"/>
            </a:br>
            <a:r>
              <a:rPr lang="de-DE" dirty="0"/>
              <a:t>MAX. TWO LINES</a:t>
            </a:r>
            <a:endParaRPr lang="de-DE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12916" y="6493677"/>
            <a:ext cx="10956784" cy="0"/>
          </a:xfrm>
          <a:prstGeom prst="line">
            <a:avLst/>
          </a:prstGeom>
          <a:ln>
            <a:solidFill>
              <a:srgbClr val="005B9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5706720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>
                <a:solidFill>
                  <a:prstClr val="black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black"/>
                </a:solidFill>
              </a:rPr>
            </a:fld>
            <a:endParaRPr lang="de-DE" dirty="0">
              <a:solidFill>
                <a:prstClr val="black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/>
          <a:srcRect t="12966" b="23768"/>
          <a:stretch>
            <a:fillRect/>
          </a:stretch>
        </p:blipFill>
        <p:spPr>
          <a:xfrm>
            <a:off x="499339" y="6535896"/>
            <a:ext cx="2383743" cy="312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ießtext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24417" y="1639833"/>
            <a:ext cx="10945283" cy="48538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None/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marL="200025" indent="-200025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2pPr>
            <a:lvl3pPr marL="452755" indent="-186055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3pPr>
            <a:lvl4pPr marL="719455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4pPr>
            <a:lvl5pPr marL="986155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5pPr>
          </a:lstStyle>
          <a:p>
            <a:pPr lvl="0"/>
            <a:r>
              <a:rPr lang="de-DE" altLang="zh-CN" dirty="0"/>
              <a:t>Plain text with bullet-points </a:t>
            </a:r>
            <a:r>
              <a:rPr lang="de-DE" dirty="0"/>
              <a:t>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6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2916" y="403226"/>
            <a:ext cx="10956784" cy="9604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800" b="1" cap="all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altLang="zh-CN" dirty="0"/>
              <a:t>CLICK TO INPUT HEADLINE</a:t>
            </a:r>
            <a:br>
              <a:rPr lang="de-DE" altLang="zh-CN" dirty="0"/>
            </a:br>
            <a:r>
              <a:rPr lang="de-DE" altLang="zh-CN" dirty="0"/>
              <a:t>MAX. TWO LINES</a:t>
            </a:r>
            <a:endParaRPr lang="de-DE" altLang="zh-CN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12916" y="6493677"/>
            <a:ext cx="10956784" cy="0"/>
          </a:xfrm>
          <a:prstGeom prst="line">
            <a:avLst/>
          </a:prstGeom>
          <a:ln>
            <a:solidFill>
              <a:srgbClr val="005B9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5706720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>
                <a:solidFill>
                  <a:prstClr val="black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black"/>
                </a:solidFill>
              </a:rPr>
            </a:fld>
            <a:endParaRPr lang="de-DE" dirty="0">
              <a:solidFill>
                <a:prstClr val="black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/>
          <a:srcRect t="12966" b="23768"/>
          <a:stretch>
            <a:fillRect/>
          </a:stretch>
        </p:blipFill>
        <p:spPr>
          <a:xfrm>
            <a:off x="499339" y="6535896"/>
            <a:ext cx="2383743" cy="312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2916" y="403226"/>
            <a:ext cx="10956784" cy="9604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800" b="1" cap="all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altLang="zh-CN" dirty="0"/>
              <a:t>CLICK TO INPUT HEADLINE</a:t>
            </a:r>
            <a:br>
              <a:rPr lang="de-DE" altLang="zh-CN" dirty="0"/>
            </a:br>
            <a:r>
              <a:rPr lang="de-DE" altLang="zh-CN" dirty="0"/>
              <a:t>MAX. TWO LINES</a:t>
            </a:r>
            <a:endParaRPr lang="de-DE" altLang="zh-CN" dirty="0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24417" y="1641417"/>
            <a:ext cx="10945283" cy="4852260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marL="450850" indent="-18288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2pPr>
            <a:lvl3pPr marL="719455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3pPr>
            <a:lvl4pPr marL="986155" indent="-17653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4pPr>
            <a:lvl5pPr marL="1262380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5pPr>
          </a:lstStyle>
          <a:p>
            <a:pPr lvl="0"/>
            <a:r>
              <a:rPr lang="de-DE" altLang="zh-CN" dirty="0"/>
              <a:t>Plain text with bullet-points </a:t>
            </a:r>
            <a:r>
              <a:rPr lang="de-DE" dirty="0"/>
              <a:t>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12916" y="6493677"/>
            <a:ext cx="10956784" cy="0"/>
          </a:xfrm>
          <a:prstGeom prst="line">
            <a:avLst/>
          </a:prstGeom>
          <a:ln>
            <a:solidFill>
              <a:srgbClr val="005B9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5706720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>
                <a:solidFill>
                  <a:prstClr val="black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black"/>
                </a:solidFill>
              </a:rPr>
            </a:fld>
            <a:endParaRPr lang="de-DE" dirty="0">
              <a:solidFill>
                <a:prstClr val="black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/>
          <a:srcRect t="12966" b="23768"/>
          <a:stretch>
            <a:fillRect/>
          </a:stretch>
        </p:blipFill>
        <p:spPr>
          <a:xfrm>
            <a:off x="499339" y="6535896"/>
            <a:ext cx="2383743" cy="312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ufzählung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2916" y="403226"/>
            <a:ext cx="10956784" cy="9604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800" b="1" cap="all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altLang="zh-CN" dirty="0"/>
              <a:t>CLICK TO INPUT HEADLINE</a:t>
            </a:r>
            <a:br>
              <a:rPr lang="de-DE" altLang="zh-CN" dirty="0"/>
            </a:br>
            <a:r>
              <a:rPr lang="de-DE" altLang="zh-CN" dirty="0"/>
              <a:t>MAX. TWO LINES</a:t>
            </a:r>
            <a:endParaRPr lang="de-DE" altLang="zh-CN" dirty="0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24417" y="1641417"/>
            <a:ext cx="10945283" cy="4852260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marL="450850" indent="-18288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2pPr>
            <a:lvl3pPr marL="719455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3pPr>
            <a:lvl4pPr marL="986155" indent="-17653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4pPr>
            <a:lvl5pPr marL="1262380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5pPr>
          </a:lstStyle>
          <a:p>
            <a:pPr lvl="0"/>
            <a:r>
              <a:rPr lang="de-DE" altLang="zh-CN" dirty="0"/>
              <a:t>Plain text with bullet-points </a:t>
            </a:r>
            <a:r>
              <a:rPr lang="de-DE" dirty="0"/>
              <a:t>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12916" y="6493677"/>
            <a:ext cx="10956784" cy="0"/>
          </a:xfrm>
          <a:prstGeom prst="line">
            <a:avLst/>
          </a:prstGeom>
          <a:ln>
            <a:solidFill>
              <a:srgbClr val="005B9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5706720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>
                <a:solidFill>
                  <a:prstClr val="black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black"/>
                </a:solidFill>
              </a:rPr>
            </a:fld>
            <a:endParaRPr lang="de-DE" dirty="0">
              <a:solidFill>
                <a:prstClr val="black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/>
          <a:srcRect t="12966" b="23768"/>
          <a:stretch>
            <a:fillRect/>
          </a:stretch>
        </p:blipFill>
        <p:spPr>
          <a:xfrm>
            <a:off x="499339" y="6535896"/>
            <a:ext cx="2383743" cy="312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 Bild mit Fußzeile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-4693" y="1701801"/>
            <a:ext cx="12192001" cy="4824413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85725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 dirty="0"/>
              <a:t>Bild durch Klicken auf das Symbol einfügen</a:t>
            </a:r>
            <a:endParaRPr lang="de-DE" dirty="0"/>
          </a:p>
        </p:txBody>
      </p:sp>
      <p:sp>
        <p:nvSpPr>
          <p:cNvPr id="14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0986292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>
                <a:solidFill>
                  <a:prstClr val="black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black"/>
                </a:solidFill>
              </a:rPr>
            </a:fld>
            <a:endParaRPr lang="de-DE" dirty="0">
              <a:solidFill>
                <a:prstClr val="black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12916" y="6493677"/>
            <a:ext cx="10956784" cy="0"/>
          </a:xfrm>
          <a:prstGeom prst="line">
            <a:avLst/>
          </a:prstGeom>
          <a:ln>
            <a:solidFill>
              <a:srgbClr val="005B9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/>
          <a:srcRect t="12966" b="23768"/>
          <a:stretch>
            <a:fillRect/>
          </a:stretch>
        </p:blipFill>
        <p:spPr>
          <a:xfrm>
            <a:off x="499339" y="6535896"/>
            <a:ext cx="2383743" cy="312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 ohne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4" y="1701801"/>
            <a:ext cx="12192001" cy="5156201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85725">
              <a:buNone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 dirty="0"/>
              <a:t>Bild durch Klicken auf das Symbol einfügen</a:t>
            </a:r>
            <a:endParaRPr lang="de-DE" dirty="0"/>
          </a:p>
        </p:txBody>
      </p:sp>
      <p:sp>
        <p:nvSpPr>
          <p:cNvPr id="7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2916" y="403226"/>
            <a:ext cx="10956784" cy="9604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800" b="1" cap="all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altLang="zh-CN" dirty="0"/>
              <a:t>CLICK TO INPUT HEADLINE</a:t>
            </a:r>
            <a:br>
              <a:rPr lang="de-DE" altLang="zh-CN" dirty="0"/>
            </a:br>
            <a:r>
              <a:rPr lang="de-DE" altLang="zh-CN" dirty="0"/>
              <a:t>MAX. TWO LINES</a:t>
            </a:r>
            <a:endParaRPr lang="de-DE" altLang="zh-CN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5706720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/>
              <a:t>Slide </a:t>
            </a:r>
            <a:fld id="{AA807A42-CF27-4B84-8583-18EBE418342E}" type="slidenum">
              <a:rPr lang="de-DE" smtClean="0"/>
            </a:fld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mit Bildunt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-2449" y="1697783"/>
            <a:ext cx="6088623" cy="261143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 dirty="0"/>
              <a:t>Bild durch Klicken auf das Symbol einfügen</a:t>
            </a:r>
            <a:endParaRPr lang="de-DE" dirty="0"/>
          </a:p>
        </p:txBody>
      </p:sp>
      <p:sp>
        <p:nvSpPr>
          <p:cNvPr id="6" name="Bildplatzhalter 6"/>
          <p:cNvSpPr>
            <a:spLocks noGrp="1"/>
          </p:cNvSpPr>
          <p:nvPr>
            <p:ph type="pic" sz="quarter" idx="18" hasCustomPrompt="1"/>
          </p:nvPr>
        </p:nvSpPr>
        <p:spPr>
          <a:xfrm>
            <a:off x="6110064" y="1697783"/>
            <a:ext cx="6098117" cy="261143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 dirty="0"/>
              <a:t>Bild durch Klicken auf das Symbol einfügen</a:t>
            </a:r>
            <a:endParaRPr lang="de-DE" dirty="0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24417" y="4487292"/>
            <a:ext cx="5232400" cy="20063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marL="285750" indent="-285750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700"/>
            </a:lvl2pPr>
            <a:lvl3pPr marL="633730" indent="-228600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700"/>
            </a:lvl3pPr>
            <a:lvl4pPr marL="986155" indent="-228600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700"/>
            </a:lvl4pPr>
            <a:lvl5pPr marL="1349375" indent="-228600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700"/>
            </a:lvl5pPr>
          </a:lstStyle>
          <a:p>
            <a:pPr lvl="0"/>
            <a:r>
              <a:rPr lang="de-DE" dirty="0"/>
              <a:t>Bildunterschrift durch Klicken bearbeiten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107321" y="4487291"/>
            <a:ext cx="5370860" cy="20063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marL="285750" indent="-285750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700"/>
            </a:lvl2pPr>
            <a:lvl3pPr marL="633730" indent="-228600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700"/>
            </a:lvl3pPr>
            <a:lvl4pPr marL="986155" indent="-228600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700"/>
            </a:lvl4pPr>
            <a:lvl5pPr marL="1349375" indent="-228600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700"/>
            </a:lvl5pPr>
          </a:lstStyle>
          <a:p>
            <a:pPr lvl="0"/>
            <a:r>
              <a:rPr lang="de-DE" dirty="0"/>
              <a:t>Bildunterschrift durch Klicken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2916" y="403226"/>
            <a:ext cx="10956784" cy="9604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800" b="1" cap="all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altLang="zh-CN" dirty="0"/>
              <a:t>CLICK TO INPUT HEADLINE</a:t>
            </a:r>
            <a:br>
              <a:rPr lang="de-DE" altLang="zh-CN" dirty="0"/>
            </a:br>
            <a:r>
              <a:rPr lang="de-DE" altLang="zh-CN" dirty="0"/>
              <a:t>MAX. TWO LINES</a:t>
            </a:r>
            <a:endParaRPr lang="de-DE" altLang="zh-CN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12916" y="6493677"/>
            <a:ext cx="10956784" cy="0"/>
          </a:xfrm>
          <a:prstGeom prst="line">
            <a:avLst/>
          </a:prstGeom>
          <a:ln>
            <a:solidFill>
              <a:srgbClr val="005B9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5706720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>
                <a:solidFill>
                  <a:prstClr val="black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black"/>
                </a:solidFill>
              </a:rPr>
            </a:fld>
            <a:endParaRPr lang="de-DE" dirty="0">
              <a:solidFill>
                <a:prstClr val="black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/>
          <a:srcRect t="12966" b="23768"/>
          <a:stretch>
            <a:fillRect/>
          </a:stretch>
        </p:blipFill>
        <p:spPr>
          <a:xfrm>
            <a:off x="499339" y="6535896"/>
            <a:ext cx="2383743" cy="312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mbifolie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2916" y="403226"/>
            <a:ext cx="10956784" cy="9604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800" b="1" cap="all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altLang="zh-CN" dirty="0"/>
              <a:t>CLICK TO INPUT HEADLINE</a:t>
            </a:r>
            <a:br>
              <a:rPr lang="de-DE" altLang="zh-CN" dirty="0"/>
            </a:br>
            <a:r>
              <a:rPr lang="de-DE" altLang="zh-CN" dirty="0"/>
              <a:t>MAX. TWO LINES</a:t>
            </a:r>
            <a:endParaRPr lang="de-DE" altLang="zh-CN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335183" y="1637401"/>
            <a:ext cx="5234516" cy="48562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marL="200025" indent="-200025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2pPr>
            <a:lvl3pPr marL="452755" indent="-186055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3pPr>
            <a:lvl4pPr marL="719455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4pPr>
            <a:lvl5pPr marL="986155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5pPr>
          </a:lstStyle>
          <a:p>
            <a:pPr lvl="0"/>
            <a:r>
              <a:rPr lang="de-DE" dirty="0"/>
              <a:t>Kleinen Fließtext durch Klicken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5" hasCustomPrompt="1"/>
          </p:nvPr>
        </p:nvSpPr>
        <p:spPr>
          <a:xfrm>
            <a:off x="4" y="1701801"/>
            <a:ext cx="6098115" cy="4791877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 dirty="0"/>
              <a:t>Bild durch Klicken auf das Symbol einfügen</a:t>
            </a:r>
            <a:endParaRPr lang="de-DE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12916" y="6493677"/>
            <a:ext cx="10956784" cy="0"/>
          </a:xfrm>
          <a:prstGeom prst="line">
            <a:avLst/>
          </a:prstGeom>
          <a:ln>
            <a:solidFill>
              <a:srgbClr val="005B9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5706720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>
                <a:solidFill>
                  <a:prstClr val="black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black"/>
                </a:solidFill>
              </a:rPr>
            </a:fld>
            <a:endParaRPr lang="de-DE" dirty="0">
              <a:solidFill>
                <a:prstClr val="black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/>
          <a:srcRect t="12966" b="23768"/>
          <a:stretch>
            <a:fillRect/>
          </a:stretch>
        </p:blipFill>
        <p:spPr>
          <a:xfrm>
            <a:off x="499339" y="6535896"/>
            <a:ext cx="2383743" cy="312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mbifolie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1701801"/>
            <a:ext cx="12192000" cy="48244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prstClr val="white"/>
              </a:solidFill>
              <a:cs typeface="Arial Unicode MS" panose="020B0604020202020204" pitchFamily="34" charset="-122"/>
            </a:endParaRPr>
          </a:p>
        </p:txBody>
      </p:sp>
      <p:sp>
        <p:nvSpPr>
          <p:cNvPr id="5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2916" y="403226"/>
            <a:ext cx="10956784" cy="9604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800" b="1" cap="all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altLang="zh-CN" dirty="0"/>
              <a:t>CLICK TO INPUT HEADLINE</a:t>
            </a:r>
            <a:br>
              <a:rPr lang="de-DE" altLang="zh-CN" dirty="0"/>
            </a:br>
            <a:r>
              <a:rPr lang="de-DE" altLang="zh-CN" dirty="0"/>
              <a:t>MAX. TWO LINES</a:t>
            </a:r>
            <a:endParaRPr lang="de-DE" altLang="zh-CN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335183" y="1913434"/>
            <a:ext cx="5234516" cy="44442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marL="200025" indent="-200025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2pPr>
            <a:lvl3pPr marL="452755" indent="-186055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3pPr>
            <a:lvl4pPr marL="719455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4pPr>
            <a:lvl5pPr marL="986155" indent="-1841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5pPr>
          </a:lstStyle>
          <a:p>
            <a:pPr lvl="0"/>
            <a:r>
              <a:rPr lang="de-DE" dirty="0"/>
              <a:t>Kleinen Fließtext durch Klicken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5" hasCustomPrompt="1"/>
          </p:nvPr>
        </p:nvSpPr>
        <p:spPr>
          <a:xfrm>
            <a:off x="4" y="1971676"/>
            <a:ext cx="6098115" cy="428307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 dirty="0"/>
              <a:t>Bild durch Klicken auf das Symbol einfügen</a:t>
            </a:r>
            <a:endParaRPr lang="de-DE" dirty="0"/>
          </a:p>
        </p:txBody>
      </p:sp>
      <p:sp>
        <p:nvSpPr>
          <p:cNvPr id="1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5706720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>
                <a:solidFill>
                  <a:prstClr val="black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black"/>
                </a:solidFill>
              </a:rPr>
            </a:fld>
            <a:endParaRPr lang="de-DE" dirty="0">
              <a:solidFill>
                <a:prstClr val="black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12916" y="6493677"/>
            <a:ext cx="10956784" cy="0"/>
          </a:xfrm>
          <a:prstGeom prst="line">
            <a:avLst/>
          </a:prstGeom>
          <a:ln>
            <a:solidFill>
              <a:srgbClr val="005B9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/>
          <a:srcRect t="12966" b="23768"/>
          <a:stretch>
            <a:fillRect/>
          </a:stretch>
        </p:blipFill>
        <p:spPr>
          <a:xfrm>
            <a:off x="499339" y="6535896"/>
            <a:ext cx="2383743" cy="312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7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 dirty="0">
              <a:solidFill>
                <a:prstClr val="white"/>
              </a:solidFill>
              <a:cs typeface="Arial Unicode MS" panose="020B0604020202020204" pitchFamily="34" charset="-122"/>
            </a:endParaRPr>
          </a:p>
        </p:txBody>
      </p:sp>
      <p:sp>
        <p:nvSpPr>
          <p:cNvPr id="6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2916" y="2948782"/>
            <a:ext cx="10956784" cy="9604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800" b="1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de-DE" dirty="0"/>
              <a:t>CHAPTER TITLE</a:t>
            </a:r>
            <a:br>
              <a:rPr lang="de-DE" dirty="0"/>
            </a:br>
            <a:r>
              <a:rPr lang="de-DE" dirty="0"/>
              <a:t>MAX. TWO LINES</a:t>
            </a:r>
            <a:endParaRPr lang="de-DE" dirty="0"/>
          </a:p>
        </p:txBody>
      </p:sp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5706720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>
                <a:solidFill>
                  <a:prstClr val="white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white"/>
                </a:solidFill>
              </a:rPr>
            </a:fld>
            <a:endParaRPr lang="de-DE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>
                <a:solidFill>
                  <a:prstClr val="black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black"/>
                </a:solidFill>
              </a:rPr>
            </a:fld>
            <a:endParaRPr lang="de-DE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vmlDrawing" Target="../drawings/vmlDrawing2.vml"/><Relationship Id="rId17" Type="http://schemas.openxmlformats.org/officeDocument/2006/relationships/image" Target="file:///C:\Users\UL00100106\AppData\Roaming\EstTemp\watermarkppt18608.png" TargetMode="External"/><Relationship Id="rId16" Type="http://schemas.openxmlformats.org/officeDocument/2006/relationships/image" Target="../media/image7.png"/><Relationship Id="rId15" Type="http://schemas.openxmlformats.org/officeDocument/2006/relationships/image" Target="../media/image6.emf"/><Relationship Id="rId14" Type="http://schemas.openxmlformats.org/officeDocument/2006/relationships/oleObject" Target="../embeddings/oleObject2.bin"/><Relationship Id="rId13" Type="http://schemas.openxmlformats.org/officeDocument/2006/relationships/tags" Target="../tags/tag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2117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think-cell Folie" r:id="rId14" imgW="0" imgH="0" progId="TCLayout.ActiveDocument.1">
                  <p:embed/>
                </p:oleObj>
              </mc:Choice>
              <mc:Fallback>
                <p:oleObj name="think-cell Folie" r:id="rId14" imgW="0" imgH="0" progId="TCLayout.ActiveDocument.1">
                  <p:embed/>
                  <p:pic>
                    <p:nvPicPr>
                      <p:cNvPr id="0" name="图片 93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1589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6576055" y="6526214"/>
            <a:ext cx="4993645" cy="3317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5706720" y="6528871"/>
            <a:ext cx="769177" cy="3291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de-DE">
                <a:solidFill>
                  <a:prstClr val="black"/>
                </a:solidFill>
              </a:rPr>
              <a:t>Slide </a:t>
            </a:r>
            <a:fld id="{AA807A42-CF27-4B84-8583-18EBE418342E}" type="slidenum">
              <a:rPr lang="de-DE" smtClean="0">
                <a:solidFill>
                  <a:prstClr val="black"/>
                </a:solidFill>
              </a:rPr>
            </a:fld>
            <a:endParaRPr lang="de-DE" dirty="0">
              <a:solidFill>
                <a:prstClr val="black"/>
              </a:solidFill>
            </a:endParaRPr>
          </a:p>
        </p:txBody>
      </p:sp>
      <p:pic>
        <p:nvPicPr>
          <p:cNvPr id="4" name="PowerPnt_TextWatermark1"/>
          <p:cNvPicPr/>
          <p:nvPr userDrawn="1"/>
        </p:nvPicPr>
        <p:blipFill>
          <a:blip r:embed="rId16" r:link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ts val="3400"/>
        </a:lnSpc>
        <a:spcBef>
          <a:spcPct val="0"/>
        </a:spcBef>
        <a:buNone/>
        <a:defRPr sz="28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9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ai_chart_1.png"/><Relationship Id="rId3" Type="http://schemas.openxmlformats.org/officeDocument/2006/relationships/image" Target="../media/ai_chart_2.png"/><Relationship Id="rId2" Type="http://schemas.openxmlformats.org/officeDocument/2006/relationships/image" Target="../media/ai_chart_3.png"/><Relationship Id="rId1" Type="http://schemas.openxmlformats.org/officeDocument/2006/relationships/image" Target="../media/ai_chart_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-13" y="18"/>
          <a:ext cx="0" cy="0"/>
          <a:chOff x="0" y="0"/>
          <a:chExt cx="0" cy="0"/>
        </a:xfrm>
      </p:grpSpPr>
      <p:sp>
        <p:nvSpPr>
          <p:cNvPr id="11" name="文本占位符 1"/>
          <p:cNvSpPr>
            <a:spLocks noGrp="1"/>
          </p:cNvSpPr>
          <p:nvPr/>
        </p:nvSpPr>
        <p:spPr>
          <a:xfrm>
            <a:off x="578324" y="322651"/>
            <a:ext cx="6857525" cy="431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704020202090204" pitchFamily="34" charset="0"/>
              <a:buNone/>
              <a:defRPr sz="2800" b="1" kern="1200" cap="all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500" dirty="0">
                <a:solidFill>
                  <a:schemeClr val="accent6"/>
                </a:solidFill>
              </a:rPr>
              <a:t>2. </a:t>
            </a:r>
            <a:r>
              <a:rPr lang="zh-CN" altLang="en-US" sz="2500" dirty="0">
                <a:solidFill>
                  <a:schemeClr val="accent6"/>
                </a:solidFill>
              </a:rPr>
              <a:t>未来</a:t>
            </a:r>
            <a:r>
              <a:rPr lang="en-US" altLang="zh-CN" sz="2500" dirty="0">
                <a:solidFill>
                  <a:schemeClr val="accent6"/>
                </a:solidFill>
              </a:rPr>
              <a:t>5</a:t>
            </a:r>
            <a:r>
              <a:rPr lang="zh-CN" altLang="en-US" sz="2500" dirty="0">
                <a:solidFill>
                  <a:schemeClr val="accent6"/>
                </a:solidFill>
              </a:rPr>
              <a:t>年的产品</a:t>
            </a:r>
            <a:r>
              <a:rPr lang="en-US" altLang="zh-CN" sz="2500" dirty="0">
                <a:solidFill>
                  <a:schemeClr val="accent6"/>
                </a:solidFill>
              </a:rPr>
              <a:t>/</a:t>
            </a:r>
            <a:r>
              <a:rPr lang="zh-CN" altLang="en-US" sz="2500" dirty="0">
                <a:solidFill>
                  <a:schemeClr val="accent6"/>
                </a:solidFill>
              </a:rPr>
              <a:t>业务规划</a:t>
            </a:r>
            <a:endParaRPr lang="zh-CN" altLang="en-US" sz="2500" dirty="0">
              <a:solidFill>
                <a:schemeClr val="accent6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70548" y="744296"/>
            <a:ext cx="1147191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基于公司五年技术发展目标、各赛道竞品格局及海内外市场需求，明确如下四类业务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矩阵及销售目标：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44" name="组合 143"/>
          <p:cNvGrpSpPr/>
          <p:nvPr/>
        </p:nvGrpSpPr>
        <p:grpSpPr>
          <a:xfrm>
            <a:off x="478181" y="1532899"/>
            <a:ext cx="7295515" cy="1096010"/>
            <a:chOff x="433" y="1952"/>
            <a:chExt cx="11793" cy="2013"/>
          </a:xfrm>
        </p:grpSpPr>
        <p:grpSp>
          <p:nvGrpSpPr>
            <p:cNvPr id="145" name="组合 144"/>
            <p:cNvGrpSpPr/>
            <p:nvPr/>
          </p:nvGrpSpPr>
          <p:grpSpPr>
            <a:xfrm>
              <a:off x="407" y="1970"/>
              <a:ext cx="11793" cy="2013"/>
              <a:chOff x="433" y="1952"/>
              <a:chExt cx="11793" cy="2013"/>
            </a:xfrm>
          </p:grpSpPr>
          <p:sp>
            <p:nvSpPr>
              <p:cNvPr id="146" name="矩形 145"/>
              <p:cNvSpPr/>
              <p:nvPr/>
            </p:nvSpPr>
            <p:spPr>
              <a:xfrm>
                <a:off x="420" y="1943"/>
                <a:ext cx="11793" cy="201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E822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五边形 146"/>
              <p:cNvSpPr/>
              <p:nvPr/>
            </p:nvSpPr>
            <p:spPr>
              <a:xfrm>
                <a:off x="434" y="1952"/>
                <a:ext cx="3062" cy="2013"/>
              </a:xfrm>
              <a:prstGeom prst="homePlate">
                <a:avLst>
                  <a:gd name="adj" fmla="val 12993"/>
                </a:avLst>
              </a:prstGeom>
              <a:solidFill>
                <a:srgbClr val="EE822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文本框 147"/>
              <p:cNvSpPr txBox="1"/>
              <p:nvPr/>
            </p:nvSpPr>
            <p:spPr>
              <a:xfrm>
                <a:off x="570" y="2300"/>
                <a:ext cx="2600" cy="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单结标准组件</a:t>
                </a:r>
                <a:endParaRPr lang="zh-CN" altLang="en-US" b="1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圆角矩形 148"/>
              <p:cNvSpPr/>
              <p:nvPr/>
            </p:nvSpPr>
            <p:spPr>
              <a:xfrm>
                <a:off x="658" y="3186"/>
                <a:ext cx="2525" cy="432"/>
              </a:xfrm>
              <a:prstGeom prst="roundRect">
                <a:avLst>
                  <a:gd name="adj" fmla="val 35172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 anchorCtr="0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200" b="1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基础出货</a:t>
                </a:r>
                <a:r>
                  <a:rPr lang="en-US" altLang="zh-CN" sz="1200" b="1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/</a:t>
                </a:r>
                <a:r>
                  <a:rPr lang="zh-CN" altLang="en-US" sz="1200" b="1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技术验证</a:t>
                </a:r>
                <a:endParaRPr lang="zh-CN" altLang="en-US" sz="1200" b="1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sp>
          <p:nvSpPr>
            <p:cNvPr id="150" name="文本框 149"/>
            <p:cNvSpPr txBox="1"/>
            <p:nvPr/>
          </p:nvSpPr>
          <p:spPr>
            <a:xfrm>
              <a:off x="3711" y="2002"/>
              <a:ext cx="7306" cy="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应用场景：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电站</a:t>
              </a:r>
              <a:endPara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7936" y="2011"/>
              <a:ext cx="2674" cy="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对标竞品：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</a:rPr>
                <a:t>晶硅</a:t>
              </a:r>
              <a:endPara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文本框 151"/>
            <p:cNvSpPr txBox="1"/>
            <p:nvPr/>
          </p:nvSpPr>
          <p:spPr>
            <a:xfrm>
              <a:off x="3738" y="2393"/>
              <a:ext cx="8327" cy="1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业务定位：</a:t>
              </a:r>
              <a:endPara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</a:rPr>
                <a:t>依托国央企招标渠道与集团产业资源，保障基础出货规模，以此作为面向市场化场景的技术验证载体，持续沉淀工程化实战数据。</a:t>
              </a:r>
              <a:endPara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3" name="组合 152"/>
          <p:cNvGrpSpPr/>
          <p:nvPr/>
        </p:nvGrpSpPr>
        <p:grpSpPr>
          <a:xfrm>
            <a:off x="478168" y="2694958"/>
            <a:ext cx="7295515" cy="1115695"/>
            <a:chOff x="433" y="1952"/>
            <a:chExt cx="11793" cy="1964"/>
          </a:xfrm>
        </p:grpSpPr>
        <p:grpSp>
          <p:nvGrpSpPr>
            <p:cNvPr id="154" name="组合 153"/>
            <p:cNvGrpSpPr/>
            <p:nvPr/>
          </p:nvGrpSpPr>
          <p:grpSpPr>
            <a:xfrm>
              <a:off x="459" y="1943"/>
              <a:ext cx="11793" cy="1964"/>
              <a:chOff x="433" y="1952"/>
              <a:chExt cx="11793" cy="1964"/>
            </a:xfrm>
          </p:grpSpPr>
          <p:sp>
            <p:nvSpPr>
              <p:cNvPr id="155" name="矩形 154"/>
              <p:cNvSpPr/>
              <p:nvPr/>
            </p:nvSpPr>
            <p:spPr>
              <a:xfrm>
                <a:off x="407" y="1952"/>
                <a:ext cx="11793" cy="196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五边形 155"/>
              <p:cNvSpPr/>
              <p:nvPr/>
            </p:nvSpPr>
            <p:spPr>
              <a:xfrm>
                <a:off x="421" y="1961"/>
                <a:ext cx="3062" cy="1964"/>
              </a:xfrm>
              <a:prstGeom prst="homePlate">
                <a:avLst>
                  <a:gd name="adj" fmla="val 12993"/>
                </a:avLst>
              </a:prstGeom>
              <a:solidFill>
                <a:srgbClr val="75BD42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文本框 156"/>
              <p:cNvSpPr txBox="1"/>
              <p:nvPr/>
            </p:nvSpPr>
            <p:spPr>
              <a:xfrm>
                <a:off x="557" y="2309"/>
                <a:ext cx="2600" cy="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BIPV</a:t>
                </a:r>
                <a:r>
                  <a:rPr lang="zh-CN" altLang="en-US" b="1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内窗</a:t>
                </a:r>
                <a:endParaRPr lang="zh-CN" altLang="en-US" b="1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58" name="圆角矩形 157"/>
              <p:cNvSpPr/>
              <p:nvPr/>
            </p:nvSpPr>
            <p:spPr>
              <a:xfrm>
                <a:off x="645" y="3045"/>
                <a:ext cx="2450" cy="432"/>
              </a:xfrm>
              <a:prstGeom prst="roundRect">
                <a:avLst>
                  <a:gd name="adj" fmla="val 35172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 anchorCtr="0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200" b="1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差异化增长</a:t>
                </a:r>
                <a:endParaRPr lang="zh-CN" altLang="en-US" sz="1200" b="1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9" name="文本框 158"/>
            <p:cNvSpPr txBox="1"/>
            <p:nvPr/>
          </p:nvSpPr>
          <p:spPr>
            <a:xfrm>
              <a:off x="3763" y="2027"/>
              <a:ext cx="7306" cy="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应用场景：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日本</a:t>
              </a:r>
              <a:r>
                <a:rPr lang="en-US" altLang="zh-CN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·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内窗</a:t>
              </a:r>
              <a:endPara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60" name="文本框 159"/>
            <p:cNvSpPr txBox="1"/>
            <p:nvPr/>
          </p:nvSpPr>
          <p:spPr>
            <a:xfrm>
              <a:off x="7923" y="2036"/>
              <a:ext cx="2674" cy="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对标竞品：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文本框 160"/>
            <p:cNvSpPr txBox="1"/>
            <p:nvPr/>
          </p:nvSpPr>
          <p:spPr>
            <a:xfrm>
              <a:off x="3724" y="2418"/>
              <a:ext cx="8328" cy="1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业务定位：</a:t>
              </a:r>
              <a:endPara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①</a:t>
              </a:r>
              <a:r>
                <a:rPr lang="en-US" altLang="zh-CN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配合日本</a:t>
              </a:r>
              <a:r>
                <a:rPr lang="en-US" altLang="zh-CN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TKK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做好内窗技术的验证（年底），确保后续订单落地</a:t>
              </a:r>
              <a:b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②</a:t>
              </a:r>
              <a:r>
                <a:rPr lang="en-US" altLang="zh-CN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拓展此类差异化市场（新加坡、台湾等）</a:t>
              </a:r>
              <a:endPara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478790" y="3891271"/>
            <a:ext cx="7294245" cy="1263015"/>
            <a:chOff x="433" y="1952"/>
            <a:chExt cx="11791" cy="2224"/>
          </a:xfrm>
        </p:grpSpPr>
        <p:grpSp>
          <p:nvGrpSpPr>
            <p:cNvPr id="163" name="组合 162"/>
            <p:cNvGrpSpPr/>
            <p:nvPr/>
          </p:nvGrpSpPr>
          <p:grpSpPr>
            <a:xfrm>
              <a:off x="446" y="1952"/>
              <a:ext cx="11791" cy="2223"/>
              <a:chOff x="433" y="1952"/>
              <a:chExt cx="11791" cy="2223"/>
            </a:xfrm>
          </p:grpSpPr>
          <p:sp>
            <p:nvSpPr>
              <p:cNvPr id="164" name="矩形 163"/>
              <p:cNvSpPr/>
              <p:nvPr/>
            </p:nvSpPr>
            <p:spPr>
              <a:xfrm>
                <a:off x="459" y="1961"/>
                <a:ext cx="11791" cy="222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7E6E6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五边形 164"/>
              <p:cNvSpPr/>
              <p:nvPr/>
            </p:nvSpPr>
            <p:spPr>
              <a:xfrm>
                <a:off x="408" y="1970"/>
                <a:ext cx="3062" cy="2223"/>
              </a:xfrm>
              <a:prstGeom prst="homePlate">
                <a:avLst>
                  <a:gd name="adj" fmla="val 12993"/>
                </a:avLst>
              </a:prstGeom>
              <a:solidFill>
                <a:srgbClr val="E7E6E6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文本框 165"/>
              <p:cNvSpPr txBox="1"/>
              <p:nvPr/>
            </p:nvSpPr>
            <p:spPr>
              <a:xfrm>
                <a:off x="544" y="2282"/>
                <a:ext cx="2600" cy="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装备整线交付</a:t>
                </a:r>
                <a:endParaRPr lang="zh-CN" altLang="en-US" b="1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圆角矩形 166"/>
              <p:cNvSpPr/>
              <p:nvPr/>
            </p:nvSpPr>
            <p:spPr>
              <a:xfrm>
                <a:off x="632" y="3168"/>
                <a:ext cx="2450" cy="432"/>
              </a:xfrm>
              <a:prstGeom prst="roundRect">
                <a:avLst>
                  <a:gd name="adj" fmla="val 35172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 anchorCtr="0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200" b="1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阶段性补充</a:t>
                </a:r>
                <a:endParaRPr lang="zh-CN" altLang="en-US" sz="1200" b="1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8" name="文本框 167"/>
            <p:cNvSpPr txBox="1"/>
            <p:nvPr/>
          </p:nvSpPr>
          <p:spPr>
            <a:xfrm>
              <a:off x="3750" y="2027"/>
              <a:ext cx="7306" cy="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客户画像：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供应链上下游、跨界入局者</a:t>
              </a:r>
              <a:endPara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3763" y="2425"/>
              <a:ext cx="6745" cy="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对标竞品：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可用于钙钛矿生产的关键设备公司</a:t>
              </a:r>
              <a:endPara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文本框 169"/>
            <p:cNvSpPr txBox="1"/>
            <p:nvPr/>
          </p:nvSpPr>
          <p:spPr>
            <a:xfrm>
              <a:off x="3711" y="2787"/>
              <a:ext cx="8107" cy="1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业务定位：</a:t>
              </a:r>
              <a:endPara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未来有望迎来阶段性需求释放，但缺乏核心设备制造能力，暂把改业务作为收入的补充。</a:t>
              </a:r>
              <a:r>
                <a:rPr lang="zh-CN" altLang="en-US" sz="1300" b="1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300" b="1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300" b="1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按照净额法确认收入）</a:t>
              </a:r>
              <a:endParaRPr lang="zh-CN" altLang="en-US" sz="1300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1" name="组合 170"/>
          <p:cNvGrpSpPr/>
          <p:nvPr/>
        </p:nvGrpSpPr>
        <p:grpSpPr>
          <a:xfrm>
            <a:off x="478142" y="5206365"/>
            <a:ext cx="8650605" cy="1272540"/>
            <a:chOff x="433" y="1952"/>
            <a:chExt cx="13984" cy="2065"/>
          </a:xfrm>
        </p:grpSpPr>
        <p:grpSp>
          <p:nvGrpSpPr>
            <p:cNvPr id="172" name="组合 171"/>
            <p:cNvGrpSpPr/>
            <p:nvPr/>
          </p:nvGrpSpPr>
          <p:grpSpPr>
            <a:xfrm>
              <a:off x="433" y="1961"/>
              <a:ext cx="11793" cy="2065"/>
              <a:chOff x="433" y="1952"/>
              <a:chExt cx="11793" cy="2065"/>
            </a:xfrm>
          </p:grpSpPr>
          <p:sp>
            <p:nvSpPr>
              <p:cNvPr id="173" name="矩形 172"/>
              <p:cNvSpPr/>
              <p:nvPr/>
            </p:nvSpPr>
            <p:spPr>
              <a:xfrm>
                <a:off x="446" y="1970"/>
                <a:ext cx="11793" cy="206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4874CB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五边形 173"/>
              <p:cNvSpPr/>
              <p:nvPr/>
            </p:nvSpPr>
            <p:spPr>
              <a:xfrm>
                <a:off x="460" y="1943"/>
                <a:ext cx="3062" cy="2065"/>
              </a:xfrm>
              <a:prstGeom prst="homePlate">
                <a:avLst>
                  <a:gd name="adj" fmla="val 12993"/>
                </a:avLst>
              </a:prstGeom>
              <a:solidFill>
                <a:srgbClr val="4874CB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文本框 174"/>
              <p:cNvSpPr txBox="1"/>
              <p:nvPr/>
            </p:nvSpPr>
            <p:spPr>
              <a:xfrm>
                <a:off x="531" y="2371"/>
                <a:ext cx="2600" cy="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4T</a:t>
                </a:r>
                <a:r>
                  <a:rPr lang="zh-CN" altLang="en-US" b="1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叠层</a:t>
                </a:r>
                <a:endParaRPr lang="zh-CN" altLang="en-US" b="1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76" name="圆角矩形 175"/>
              <p:cNvSpPr/>
              <p:nvPr/>
            </p:nvSpPr>
            <p:spPr>
              <a:xfrm>
                <a:off x="619" y="3177"/>
                <a:ext cx="2450" cy="432"/>
              </a:xfrm>
              <a:prstGeom prst="roundRect">
                <a:avLst>
                  <a:gd name="adj" fmla="val 35172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 anchorCtr="0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200" b="1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未来路线布局</a:t>
                </a:r>
                <a:endParaRPr lang="zh-CN" altLang="en-US" sz="1200" b="1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7" name="文本框 176"/>
            <p:cNvSpPr txBox="1"/>
            <p:nvPr/>
          </p:nvSpPr>
          <p:spPr>
            <a:xfrm>
              <a:off x="3737" y="2070"/>
              <a:ext cx="7306" cy="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应用场景：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电站（高效率）</a:t>
              </a:r>
              <a:endPara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文本框 177"/>
            <p:cNvSpPr txBox="1"/>
            <p:nvPr/>
          </p:nvSpPr>
          <p:spPr>
            <a:xfrm>
              <a:off x="7685" y="2043"/>
              <a:ext cx="6745" cy="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对标竞品：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晶硅</a:t>
              </a:r>
              <a:r>
                <a:rPr lang="en-US" altLang="zh-CN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单结钙钛矿</a:t>
              </a:r>
              <a:endPara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3763" y="2571"/>
              <a:ext cx="8107" cy="1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业务定位：</a:t>
              </a:r>
              <a:endPara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①</a:t>
              </a:r>
              <a:r>
                <a:rPr lang="en-US" altLang="zh-CN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对外展示公司叠层路线上的布局以及未来的商业化清晰规划</a:t>
              </a:r>
              <a:b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②</a:t>
              </a:r>
              <a:r>
                <a:rPr lang="en-US" altLang="zh-CN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3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与晶硅龙头建立深度合作，并完成商业化的验证</a:t>
              </a:r>
              <a:endPara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889214" y="1568459"/>
            <a:ext cx="4152900" cy="4883785"/>
            <a:chOff x="12424" y="1434"/>
            <a:chExt cx="6540" cy="8591"/>
          </a:xfrm>
        </p:grpSpPr>
        <p:grpSp>
          <p:nvGrpSpPr>
            <p:cNvPr id="59" name="组合 58"/>
            <p:cNvGrpSpPr/>
            <p:nvPr/>
          </p:nvGrpSpPr>
          <p:grpSpPr>
            <a:xfrm>
              <a:off x="12411" y="1452"/>
              <a:ext cx="6540" cy="1808"/>
              <a:chOff x="12424" y="1146"/>
              <a:chExt cx="6540" cy="1926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12424" y="1684"/>
                <a:ext cx="6444" cy="1379"/>
                <a:chOff x="12424" y="1533"/>
                <a:chExt cx="6444" cy="1379"/>
              </a:xfrm>
            </p:grpSpPr>
            <p:sp>
              <p:nvSpPr>
                <p:cNvPr id="55" name="任意多边形 54"/>
                <p:cNvSpPr/>
                <p:nvPr/>
              </p:nvSpPr>
              <p:spPr>
                <a:xfrm>
                  <a:off x="13254" y="1970"/>
                  <a:ext cx="4796" cy="942"/>
                </a:xfrm>
                <a:custGeom>
                  <a:avLst/>
                  <a:gdLst>
                    <a:gd name="connsiteX0" fmla="*/ 0 w 4796"/>
                    <a:gd name="connsiteY0" fmla="*/ 364 h 884"/>
                    <a:gd name="connsiteX1" fmla="*/ 1604 w 4796"/>
                    <a:gd name="connsiteY1" fmla="*/ 301 h 884"/>
                    <a:gd name="connsiteX2" fmla="*/ 3191 w 4796"/>
                    <a:gd name="connsiteY2" fmla="*/ 176 h 884"/>
                    <a:gd name="connsiteX3" fmla="*/ 4796 w 4796"/>
                    <a:gd name="connsiteY3" fmla="*/ 0 h 884"/>
                    <a:gd name="connsiteX4" fmla="*/ 4789 w 4796"/>
                    <a:gd name="connsiteY4" fmla="*/ 884 h 884"/>
                    <a:gd name="connsiteX5" fmla="*/ 1 w 4796"/>
                    <a:gd name="connsiteY5" fmla="*/ 884 h 884"/>
                    <a:gd name="connsiteX6" fmla="*/ 0 w 4796"/>
                    <a:gd name="connsiteY6" fmla="*/ 364 h 8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96" h="884">
                      <a:moveTo>
                        <a:pt x="0" y="364"/>
                      </a:moveTo>
                      <a:lnTo>
                        <a:pt x="1604" y="301"/>
                      </a:lnTo>
                      <a:lnTo>
                        <a:pt x="3191" y="176"/>
                      </a:lnTo>
                      <a:lnTo>
                        <a:pt x="4796" y="0"/>
                      </a:lnTo>
                      <a:lnTo>
                        <a:pt x="4789" y="884"/>
                      </a:lnTo>
                      <a:lnTo>
                        <a:pt x="1" y="884"/>
                      </a:lnTo>
                      <a:lnTo>
                        <a:pt x="0" y="364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E822F"/>
                    </a:gs>
                    <a:gs pos="100000">
                      <a:srgbClr val="FAFAFA">
                        <a:alpha val="42000"/>
                      </a:srgbClr>
                    </a:gs>
                  </a:gsLst>
                  <a:lin ang="5400000" scaled="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901" name="AI图表1.png"/>
                <p:cNvPicPr/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86" y="69"/>
                  <a:ext cx="4000000" cy="2200000"/>
                </a:xfrm>
                <a:prstGeom prst="rect">
                  <a:avLst/>
                </a:prstGeom>
              </p:spPr>
            </p:pic>
          </p:grpSp>
          <p:grpSp>
            <p:nvGrpSpPr>
              <p:cNvPr id="57" name="组合 56"/>
              <p:cNvGrpSpPr/>
              <p:nvPr/>
            </p:nvGrpSpPr>
            <p:grpSpPr>
              <a:xfrm>
                <a:off x="12759" y="1164"/>
                <a:ext cx="6179" cy="460"/>
                <a:chOff x="12785" y="1146"/>
                <a:chExt cx="6179" cy="460"/>
              </a:xfrm>
            </p:grpSpPr>
            <p:sp>
              <p:nvSpPr>
                <p:cNvPr id="44" name="文本框 43"/>
                <p:cNvSpPr txBox="1"/>
                <p:nvPr/>
              </p:nvSpPr>
              <p:spPr>
                <a:xfrm>
                  <a:off x="12772" y="1137"/>
                  <a:ext cx="993" cy="4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2026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45" name="文本框 44"/>
                <p:cNvSpPr txBox="1"/>
                <p:nvPr/>
              </p:nvSpPr>
              <p:spPr>
                <a:xfrm>
                  <a:off x="14310" y="1147"/>
                  <a:ext cx="993" cy="4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2027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15940" y="1156"/>
                  <a:ext cx="993" cy="4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2028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47" name="文本框 46"/>
                <p:cNvSpPr txBox="1"/>
                <p:nvPr/>
              </p:nvSpPr>
              <p:spPr>
                <a:xfrm>
                  <a:off x="17101" y="1165"/>
                  <a:ext cx="1889" cy="4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2029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～</a:t>
                  </a:r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2030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12670" y="1518"/>
                <a:ext cx="6106" cy="140"/>
                <a:chOff x="12696" y="1527"/>
                <a:chExt cx="6106" cy="140"/>
              </a:xfrm>
            </p:grpSpPr>
            <p:cxnSp>
              <p:nvCxnSpPr>
                <p:cNvPr id="48" name="直接连接符 47"/>
                <p:cNvCxnSpPr/>
                <p:nvPr/>
              </p:nvCxnSpPr>
              <p:spPr>
                <a:xfrm>
                  <a:off x="12683" y="1587"/>
                  <a:ext cx="6107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ysClr val="window" lastClr="FFFFFF">
                      <a:lumMod val="75000"/>
                    </a:sysClr>
                  </a:solidFill>
                  <a:prstDash val="dash"/>
                  <a:miter lim="800000"/>
                </a:ln>
                <a:effectLst/>
              </p:spPr>
            </p:cxnSp>
            <p:sp>
              <p:nvSpPr>
                <p:cNvPr id="49" name="椭圆 48"/>
                <p:cNvSpPr/>
                <p:nvPr/>
              </p:nvSpPr>
              <p:spPr>
                <a:xfrm>
                  <a:off x="13170" y="1536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14758" y="1545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16387" y="1524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17951" y="1545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1" name="组合 60"/>
            <p:cNvGrpSpPr/>
            <p:nvPr/>
          </p:nvGrpSpPr>
          <p:grpSpPr>
            <a:xfrm>
              <a:off x="12411" y="3522"/>
              <a:ext cx="6540" cy="1926"/>
              <a:chOff x="12424" y="1146"/>
              <a:chExt cx="6540" cy="1926"/>
            </a:xfrm>
          </p:grpSpPr>
          <p:grpSp>
            <p:nvGrpSpPr>
              <p:cNvPr id="62" name="组合 61"/>
              <p:cNvGrpSpPr/>
              <p:nvPr/>
            </p:nvGrpSpPr>
            <p:grpSpPr>
              <a:xfrm>
                <a:off x="12424" y="1711"/>
                <a:ext cx="6444" cy="1379"/>
                <a:chOff x="12424" y="1533"/>
                <a:chExt cx="6444" cy="1379"/>
              </a:xfrm>
            </p:grpSpPr>
            <p:sp>
              <p:nvSpPr>
                <p:cNvPr id="63" name="任意多边形 62"/>
                <p:cNvSpPr/>
                <p:nvPr/>
              </p:nvSpPr>
              <p:spPr>
                <a:xfrm>
                  <a:off x="13255" y="1957"/>
                  <a:ext cx="4807" cy="946"/>
                </a:xfrm>
                <a:custGeom>
                  <a:avLst/>
                  <a:gdLst>
                    <a:gd name="connsiteX0" fmla="*/ 5 w 4807"/>
                    <a:gd name="connsiteY0" fmla="*/ 627 h 847"/>
                    <a:gd name="connsiteX1" fmla="*/ 1602 w 4807"/>
                    <a:gd name="connsiteY1" fmla="*/ 480 h 847"/>
                    <a:gd name="connsiteX2" fmla="*/ 3209 w 4807"/>
                    <a:gd name="connsiteY2" fmla="*/ 376 h 847"/>
                    <a:gd name="connsiteX3" fmla="*/ 4807 w 4807"/>
                    <a:gd name="connsiteY3" fmla="*/ 142 h 847"/>
                    <a:gd name="connsiteX4" fmla="*/ 4798 w 4807"/>
                    <a:gd name="connsiteY4" fmla="*/ 0 h 847"/>
                    <a:gd name="connsiteX5" fmla="*/ 4788 w 4807"/>
                    <a:gd name="connsiteY5" fmla="*/ 847 h 847"/>
                    <a:gd name="connsiteX6" fmla="*/ 0 w 4807"/>
                    <a:gd name="connsiteY6" fmla="*/ 847 h 847"/>
                    <a:gd name="connsiteX7" fmla="*/ 5 w 4807"/>
                    <a:gd name="connsiteY7" fmla="*/ 627 h 8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07" h="847">
                      <a:moveTo>
                        <a:pt x="5" y="627"/>
                      </a:moveTo>
                      <a:lnTo>
                        <a:pt x="1602" y="480"/>
                      </a:lnTo>
                      <a:lnTo>
                        <a:pt x="3209" y="376"/>
                      </a:lnTo>
                      <a:lnTo>
                        <a:pt x="4807" y="142"/>
                      </a:lnTo>
                      <a:lnTo>
                        <a:pt x="4798" y="0"/>
                      </a:lnTo>
                      <a:lnTo>
                        <a:pt x="4788" y="847"/>
                      </a:lnTo>
                      <a:lnTo>
                        <a:pt x="0" y="847"/>
                      </a:lnTo>
                      <a:lnTo>
                        <a:pt x="5" y="62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75BD42">
                        <a:lumMod val="75000"/>
                      </a:srgbClr>
                    </a:gs>
                    <a:gs pos="100000">
                      <a:srgbClr val="FAFAFA">
                        <a:alpha val="42000"/>
                      </a:srgbClr>
                    </a:gs>
                  </a:gsLst>
                  <a:lin ang="5400000" scaled="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902" name="AI图表2.png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6" y="60"/>
                  <a:ext cx="4000000" cy="2200000"/>
                </a:xfrm>
                <a:prstGeom prst="rect">
                  <a:avLst/>
                </a:prstGeom>
              </p:spPr>
            </p:pic>
          </p:grpSp>
          <p:grpSp>
            <p:nvGrpSpPr>
              <p:cNvPr id="65" name="组合 64"/>
              <p:cNvGrpSpPr/>
              <p:nvPr/>
            </p:nvGrpSpPr>
            <p:grpSpPr>
              <a:xfrm>
                <a:off x="12759" y="1155"/>
                <a:ext cx="6179" cy="432"/>
                <a:chOff x="12785" y="1146"/>
                <a:chExt cx="6179" cy="432"/>
              </a:xfrm>
            </p:grpSpPr>
            <p:sp>
              <p:nvSpPr>
                <p:cNvPr id="66" name="文本框 65"/>
                <p:cNvSpPr txBox="1"/>
                <p:nvPr/>
              </p:nvSpPr>
              <p:spPr>
                <a:xfrm>
                  <a:off x="12772" y="1164"/>
                  <a:ext cx="993" cy="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2026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67" name="文本框 66"/>
                <p:cNvSpPr txBox="1"/>
                <p:nvPr/>
              </p:nvSpPr>
              <p:spPr>
                <a:xfrm>
                  <a:off x="14310" y="1138"/>
                  <a:ext cx="993" cy="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2027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68" name="文本框 67"/>
                <p:cNvSpPr txBox="1"/>
                <p:nvPr/>
              </p:nvSpPr>
              <p:spPr>
                <a:xfrm>
                  <a:off x="15940" y="1147"/>
                  <a:ext cx="993" cy="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2028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69" name="文本框 68"/>
                <p:cNvSpPr txBox="1"/>
                <p:nvPr/>
              </p:nvSpPr>
              <p:spPr>
                <a:xfrm>
                  <a:off x="17101" y="1156"/>
                  <a:ext cx="1889" cy="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2029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～</a:t>
                  </a:r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2030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12670" y="1545"/>
                <a:ext cx="6106" cy="140"/>
                <a:chOff x="12696" y="1527"/>
                <a:chExt cx="6106" cy="140"/>
              </a:xfrm>
            </p:grpSpPr>
            <p:cxnSp>
              <p:nvCxnSpPr>
                <p:cNvPr id="71" name="直接连接符 70"/>
                <p:cNvCxnSpPr/>
                <p:nvPr/>
              </p:nvCxnSpPr>
              <p:spPr>
                <a:xfrm>
                  <a:off x="12683" y="1578"/>
                  <a:ext cx="6107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ysClr val="window" lastClr="FFFFFF">
                      <a:lumMod val="75000"/>
                    </a:sysClr>
                  </a:solidFill>
                  <a:prstDash val="dash"/>
                  <a:miter lim="800000"/>
                </a:ln>
                <a:effectLst/>
              </p:spPr>
            </p:cxnSp>
            <p:sp>
              <p:nvSpPr>
                <p:cNvPr id="72" name="椭圆 71"/>
                <p:cNvSpPr/>
                <p:nvPr/>
              </p:nvSpPr>
              <p:spPr>
                <a:xfrm>
                  <a:off x="13170" y="1527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14758" y="1536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6387" y="1551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17951" y="1536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76" name="组合 75"/>
            <p:cNvGrpSpPr/>
            <p:nvPr/>
          </p:nvGrpSpPr>
          <p:grpSpPr>
            <a:xfrm>
              <a:off x="12411" y="5545"/>
              <a:ext cx="6540" cy="2116"/>
              <a:chOff x="12424" y="956"/>
              <a:chExt cx="6540" cy="2116"/>
            </a:xfrm>
          </p:grpSpPr>
          <p:grpSp>
            <p:nvGrpSpPr>
              <p:cNvPr id="77" name="组合 76"/>
              <p:cNvGrpSpPr/>
              <p:nvPr/>
            </p:nvGrpSpPr>
            <p:grpSpPr>
              <a:xfrm>
                <a:off x="12424" y="1545"/>
                <a:ext cx="6444" cy="1536"/>
                <a:chOff x="12424" y="1376"/>
                <a:chExt cx="6444" cy="1536"/>
              </a:xfrm>
            </p:grpSpPr>
            <p:sp>
              <p:nvSpPr>
                <p:cNvPr id="78" name="任意多边形 77"/>
                <p:cNvSpPr/>
                <p:nvPr/>
              </p:nvSpPr>
              <p:spPr>
                <a:xfrm>
                  <a:off x="13255" y="1775"/>
                  <a:ext cx="4790" cy="1155"/>
                </a:xfrm>
                <a:custGeom>
                  <a:avLst/>
                  <a:gdLst>
                    <a:gd name="connsiteX0" fmla="*/ 3 w 4790"/>
                    <a:gd name="connsiteY0" fmla="*/ 343 h 1155"/>
                    <a:gd name="connsiteX1" fmla="*/ 1601 w 4790"/>
                    <a:gd name="connsiteY1" fmla="*/ 171 h 1155"/>
                    <a:gd name="connsiteX2" fmla="*/ 3192 w 4790"/>
                    <a:gd name="connsiteY2" fmla="*/ 0 h 1155"/>
                    <a:gd name="connsiteX3" fmla="*/ 4790 w 4790"/>
                    <a:gd name="connsiteY3" fmla="*/ 896 h 1155"/>
                    <a:gd name="connsiteX4" fmla="*/ 4788 w 4790"/>
                    <a:gd name="connsiteY4" fmla="*/ 1155 h 1155"/>
                    <a:gd name="connsiteX5" fmla="*/ 0 w 4790"/>
                    <a:gd name="connsiteY5" fmla="*/ 1155 h 1155"/>
                    <a:gd name="connsiteX6" fmla="*/ 3 w 4790"/>
                    <a:gd name="connsiteY6" fmla="*/ 343 h 1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90" h="1155">
                      <a:moveTo>
                        <a:pt x="3" y="343"/>
                      </a:moveTo>
                      <a:lnTo>
                        <a:pt x="1601" y="171"/>
                      </a:lnTo>
                      <a:lnTo>
                        <a:pt x="3192" y="0"/>
                      </a:lnTo>
                      <a:lnTo>
                        <a:pt x="4790" y="896"/>
                      </a:lnTo>
                      <a:lnTo>
                        <a:pt x="4788" y="1155"/>
                      </a:lnTo>
                      <a:lnTo>
                        <a:pt x="0" y="1155"/>
                      </a:lnTo>
                      <a:lnTo>
                        <a:pt x="3" y="343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7E6E6">
                        <a:lumMod val="50000"/>
                      </a:srgbClr>
                    </a:gs>
                    <a:gs pos="100000">
                      <a:srgbClr val="FAFAFA">
                        <a:alpha val="42000"/>
                      </a:srgbClr>
                    </a:gs>
                  </a:gsLst>
                  <a:lin ang="5400000" scaled="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903" name="AI图表3.png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6" y="51"/>
                  <a:ext cx="4000000" cy="2200000"/>
                </a:xfrm>
                <a:prstGeom prst="rect">
                  <a:avLst/>
                </a:prstGeom>
              </p:spPr>
            </p:pic>
          </p:grpSp>
          <p:grpSp>
            <p:nvGrpSpPr>
              <p:cNvPr id="80" name="组合 79"/>
              <p:cNvGrpSpPr/>
              <p:nvPr/>
            </p:nvGrpSpPr>
            <p:grpSpPr>
              <a:xfrm>
                <a:off x="12759" y="956"/>
                <a:ext cx="6179" cy="432"/>
                <a:chOff x="12785" y="956"/>
                <a:chExt cx="6179" cy="432"/>
              </a:xfrm>
            </p:grpSpPr>
            <p:sp>
              <p:nvSpPr>
                <p:cNvPr id="81" name="文本框 80"/>
                <p:cNvSpPr txBox="1"/>
                <p:nvPr/>
              </p:nvSpPr>
              <p:spPr>
                <a:xfrm>
                  <a:off x="12772" y="965"/>
                  <a:ext cx="993" cy="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2026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82" name="文本框 81"/>
                <p:cNvSpPr txBox="1"/>
                <p:nvPr/>
              </p:nvSpPr>
              <p:spPr>
                <a:xfrm>
                  <a:off x="14310" y="975"/>
                  <a:ext cx="993" cy="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2027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>
                  <a:off x="15940" y="948"/>
                  <a:ext cx="993" cy="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2028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84" name="文本框 83"/>
                <p:cNvSpPr txBox="1"/>
                <p:nvPr/>
              </p:nvSpPr>
              <p:spPr>
                <a:xfrm>
                  <a:off x="17101" y="957"/>
                  <a:ext cx="1889" cy="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2029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～</a:t>
                  </a:r>
                  <a:r>
                    <a:rPr lang="en-US" altLang="zh-CN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2030</a:t>
                  </a:r>
                  <a:r>
                    <a: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年</a:t>
                  </a:r>
                  <a:endPara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5" name="组合 84"/>
              <p:cNvGrpSpPr/>
              <p:nvPr/>
            </p:nvGrpSpPr>
            <p:grpSpPr>
              <a:xfrm>
                <a:off x="12670" y="1285"/>
                <a:ext cx="6107" cy="150"/>
                <a:chOff x="12696" y="1276"/>
                <a:chExt cx="6107" cy="150"/>
              </a:xfrm>
            </p:grpSpPr>
            <p:cxnSp>
              <p:nvCxnSpPr>
                <p:cNvPr id="86" name="直接连接符 85"/>
                <p:cNvCxnSpPr/>
                <p:nvPr/>
              </p:nvCxnSpPr>
              <p:spPr>
                <a:xfrm>
                  <a:off x="12683" y="1363"/>
                  <a:ext cx="6107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ysClr val="window" lastClr="FFFFFF">
                      <a:lumMod val="75000"/>
                    </a:sysClr>
                  </a:solidFill>
                  <a:prstDash val="dash"/>
                  <a:miter lim="800000"/>
                </a:ln>
                <a:effectLst/>
              </p:spPr>
            </p:cxnSp>
            <p:sp>
              <p:nvSpPr>
                <p:cNvPr id="87" name="椭圆 86"/>
                <p:cNvSpPr/>
                <p:nvPr/>
              </p:nvSpPr>
              <p:spPr>
                <a:xfrm>
                  <a:off x="13170" y="1267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" name="椭圆 87"/>
                <p:cNvSpPr/>
                <p:nvPr/>
              </p:nvSpPr>
              <p:spPr>
                <a:xfrm>
                  <a:off x="14758" y="1285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9" name="椭圆 88"/>
                <p:cNvSpPr/>
                <p:nvPr/>
              </p:nvSpPr>
              <p:spPr>
                <a:xfrm>
                  <a:off x="16388" y="1303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0" name="椭圆 89"/>
                <p:cNvSpPr/>
                <p:nvPr/>
              </p:nvSpPr>
              <p:spPr>
                <a:xfrm>
                  <a:off x="17952" y="1321"/>
                  <a:ext cx="123" cy="123"/>
                </a:xfrm>
                <a:prstGeom prst="ellipse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270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92" name="组合 91"/>
            <p:cNvGrpSpPr/>
            <p:nvPr/>
          </p:nvGrpSpPr>
          <p:grpSpPr>
            <a:xfrm>
              <a:off x="12411" y="8480"/>
              <a:ext cx="6444" cy="1536"/>
              <a:chOff x="12424" y="1376"/>
              <a:chExt cx="6444" cy="1536"/>
            </a:xfrm>
          </p:grpSpPr>
          <p:sp>
            <p:nvSpPr>
              <p:cNvPr id="93" name="任意多边形 92"/>
              <p:cNvSpPr/>
              <p:nvPr/>
            </p:nvSpPr>
            <p:spPr>
              <a:xfrm>
                <a:off x="13234" y="1795"/>
                <a:ext cx="4809" cy="1117"/>
              </a:xfrm>
              <a:custGeom>
                <a:avLst/>
                <a:gdLst>
                  <a:gd name="connsiteX0" fmla="*/ 0 w 4809"/>
                  <a:gd name="connsiteY0" fmla="*/ 629 h 1117"/>
                  <a:gd name="connsiteX1" fmla="*/ 1600 w 4809"/>
                  <a:gd name="connsiteY1" fmla="*/ 638 h 1117"/>
                  <a:gd name="connsiteX2" fmla="*/ 3191 w 4809"/>
                  <a:gd name="connsiteY2" fmla="*/ 647 h 1117"/>
                  <a:gd name="connsiteX3" fmla="*/ 4809 w 4809"/>
                  <a:gd name="connsiteY3" fmla="*/ 0 h 1117"/>
                  <a:gd name="connsiteX4" fmla="*/ 4796 w 4809"/>
                  <a:gd name="connsiteY4" fmla="*/ 1117 h 1117"/>
                  <a:gd name="connsiteX5" fmla="*/ 8 w 4809"/>
                  <a:gd name="connsiteY5" fmla="*/ 1117 h 1117"/>
                  <a:gd name="connsiteX6" fmla="*/ 0 w 4809"/>
                  <a:gd name="connsiteY6" fmla="*/ 629 h 1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09" h="1117">
                    <a:moveTo>
                      <a:pt x="0" y="629"/>
                    </a:moveTo>
                    <a:lnTo>
                      <a:pt x="1600" y="638"/>
                    </a:lnTo>
                    <a:lnTo>
                      <a:pt x="3191" y="647"/>
                    </a:lnTo>
                    <a:lnTo>
                      <a:pt x="4809" y="0"/>
                    </a:lnTo>
                    <a:lnTo>
                      <a:pt x="4796" y="1117"/>
                    </a:lnTo>
                    <a:lnTo>
                      <a:pt x="8" y="1117"/>
                    </a:lnTo>
                    <a:lnTo>
                      <a:pt x="0" y="629"/>
                    </a:lnTo>
                    <a:close/>
                  </a:path>
                </a:pathLst>
              </a:custGeom>
              <a:gradFill>
                <a:gsLst>
                  <a:gs pos="0">
                    <a:srgbClr val="4874CB">
                      <a:lumMod val="75000"/>
                    </a:srgbClr>
                  </a:gs>
                  <a:gs pos="100000">
                    <a:srgbClr val="FAFAFA">
                      <a:alpha val="42000"/>
                    </a:srgbClr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904" name="AI图表4.png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" y="69"/>
                <a:ext cx="4000000" cy="2200000"/>
              </a:xfrm>
              <a:prstGeom prst="rect">
                <a:avLst/>
              </a:prstGeom>
            </p:spPr>
          </p:pic>
        </p:grpSp>
        <p:grpSp>
          <p:nvGrpSpPr>
            <p:cNvPr id="95" name="组合 94"/>
            <p:cNvGrpSpPr/>
            <p:nvPr/>
          </p:nvGrpSpPr>
          <p:grpSpPr>
            <a:xfrm>
              <a:off x="12811" y="7945"/>
              <a:ext cx="6179" cy="432"/>
              <a:chOff x="12785" y="956"/>
              <a:chExt cx="6179" cy="432"/>
            </a:xfrm>
          </p:grpSpPr>
          <p:sp>
            <p:nvSpPr>
              <p:cNvPr id="96" name="文本框 95"/>
              <p:cNvSpPr txBox="1"/>
              <p:nvPr/>
            </p:nvSpPr>
            <p:spPr>
              <a:xfrm>
                <a:off x="12759" y="947"/>
                <a:ext cx="993" cy="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2026</a:t>
                </a:r>
                <a:r>
                  <a: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年</a:t>
                </a:r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14297" y="957"/>
                <a:ext cx="993" cy="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2027</a:t>
                </a:r>
                <a:r>
                  <a: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年</a:t>
                </a:r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5927" y="966"/>
                <a:ext cx="993" cy="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2028</a:t>
                </a:r>
                <a:r>
                  <a: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年</a:t>
                </a:r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17088" y="975"/>
                <a:ext cx="1889" cy="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2029</a:t>
                </a:r>
                <a:r>
                  <a: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～</a:t>
                </a:r>
                <a:r>
                  <a:rPr lang="en-US" altLang="zh-CN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2030</a:t>
                </a:r>
                <a:r>
                  <a:rPr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年</a:t>
                </a:r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2722" y="8238"/>
              <a:ext cx="6107" cy="150"/>
              <a:chOff x="12696" y="1276"/>
              <a:chExt cx="6107" cy="150"/>
            </a:xfrm>
          </p:grpSpPr>
          <p:cxnSp>
            <p:nvCxnSpPr>
              <p:cNvPr id="101" name="直接连接符 100"/>
              <p:cNvCxnSpPr/>
              <p:nvPr/>
            </p:nvCxnSpPr>
            <p:spPr>
              <a:xfrm>
                <a:off x="12670" y="1345"/>
                <a:ext cx="6107" cy="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dash"/>
                <a:miter lim="800000"/>
              </a:ln>
              <a:effectLst/>
            </p:spPr>
          </p:cxnSp>
          <p:sp>
            <p:nvSpPr>
              <p:cNvPr id="102" name="椭圆 101"/>
              <p:cNvSpPr/>
              <p:nvPr/>
            </p:nvSpPr>
            <p:spPr>
              <a:xfrm>
                <a:off x="13157" y="1285"/>
                <a:ext cx="123" cy="123"/>
              </a:xfrm>
              <a:prstGeom prst="ellipse">
                <a:avLst/>
              </a:prstGeom>
              <a:solidFill>
                <a:sysClr val="window" lastClr="FFFFFF">
                  <a:lumMod val="65000"/>
                </a:sysClr>
              </a:solidFill>
              <a:ln w="1270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14745" y="1303"/>
                <a:ext cx="123" cy="123"/>
              </a:xfrm>
              <a:prstGeom prst="ellipse">
                <a:avLst/>
              </a:prstGeom>
              <a:solidFill>
                <a:sysClr val="window" lastClr="FFFFFF">
                  <a:lumMod val="65000"/>
                </a:sysClr>
              </a:solidFill>
              <a:ln w="1270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16375" y="1285"/>
                <a:ext cx="123" cy="123"/>
              </a:xfrm>
              <a:prstGeom prst="ellipse">
                <a:avLst/>
              </a:prstGeom>
              <a:solidFill>
                <a:sysClr val="window" lastClr="FFFFFF">
                  <a:lumMod val="65000"/>
                </a:sysClr>
              </a:solidFill>
              <a:ln w="1270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18004" y="1303"/>
                <a:ext cx="123" cy="123"/>
              </a:xfrm>
              <a:prstGeom prst="ellipse">
                <a:avLst/>
              </a:prstGeom>
              <a:solidFill>
                <a:sysClr val="window" lastClr="FFFFFF">
                  <a:lumMod val="65000"/>
                </a:sysClr>
              </a:solidFill>
              <a:ln w="1270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RESOURCE_RECORD_KEY" val="{&quot;29&quot;:[50000049,50053044,50053024,50053052]}"/>
</p:tagLst>
</file>

<file path=ppt/theme/theme1.xml><?xml version="1.0" encoding="utf-8"?>
<a:theme xmlns:a="http://schemas.openxmlformats.org/drawingml/2006/main" name="1_20111115_Präsentationsstandard_L5-7">
  <a:themeElements>
    <a:clrScheme name="BMW GROUP">
      <a:dk1>
        <a:sysClr val="windowText" lastClr="000000"/>
      </a:dk1>
      <a:lt1>
        <a:sysClr val="window" lastClr="FFFFFF"/>
      </a:lt1>
      <a:dk2>
        <a:srgbClr val="595443"/>
      </a:dk2>
      <a:lt2>
        <a:srgbClr val="5678A9"/>
      </a:lt2>
      <a:accent1>
        <a:srgbClr val="00B050"/>
      </a:accent1>
      <a:accent2>
        <a:srgbClr val="FFD600"/>
      </a:accent2>
      <a:accent3>
        <a:srgbClr val="914F28"/>
      </a:accent3>
      <a:accent4>
        <a:srgbClr val="FF0000"/>
      </a:accent4>
      <a:accent5>
        <a:srgbClr val="F19100"/>
      </a:accent5>
      <a:accent6>
        <a:srgbClr val="0070C0"/>
      </a:accent6>
      <a:hlink>
        <a:srgbClr val="000000"/>
      </a:hlink>
      <a:folHlink>
        <a:srgbClr val="000000"/>
      </a:folHlink>
    </a:clrScheme>
    <a:fontScheme name="feco-yahei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2">
    <a:dk1>
      <a:srgbClr val="000000"/>
    </a:dk1>
    <a:lt1>
      <a:srgbClr val="FFFFFF"/>
    </a:lt1>
    <a:dk2>
      <a:srgbClr val="44546A"/>
    </a:dk2>
    <a:lt2>
      <a:srgbClr val="E7E6E6"/>
    </a:lt2>
    <a:accent1>
      <a:srgbClr val="FF5958"/>
    </a:accent1>
    <a:accent2>
      <a:srgbClr val="FABB00"/>
    </a:accent2>
    <a:accent3>
      <a:srgbClr val="AC68FB"/>
    </a:accent3>
    <a:accent4>
      <a:srgbClr val="F75090"/>
    </a:accent4>
    <a:accent5>
      <a:srgbClr val="FF920C"/>
    </a:accent5>
    <a:accent6>
      <a:srgbClr val="ABD500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rgbClr val="FFFFFF"/>
      </a:solidFill>
      <a:gradFill>
        <a:gsLst>
          <a:gs pos="0">
            <a:srgbClr val="FFFFFF">
              <a:lumOff val="17500"/>
            </a:srgbClr>
          </a:gs>
          <a:gs pos="100000">
            <a:srgbClr val="FFFFFF"/>
          </a:gs>
        </a:gsLst>
        <a:lin ang="2700000" scaled="0"/>
      </a:gradFill>
      <a:gradFill>
        <a:gsLst>
          <a:gs pos="0">
            <a:srgbClr val="FFFFFF">
              <a:hueOff val="-2520000"/>
            </a:srgbClr>
          </a:gs>
          <a:gs pos="100000">
            <a:srgbClr val="FFFFFF"/>
          </a:gs>
        </a:gsLst>
        <a:lin ang="2700000" scaled="0"/>
      </a:gradFill>
    </a:fillStyleLst>
    <a:lnStyleLst>
      <a:ln w="12700" cap="flat" cmpd="sng" algn="ctr">
        <a:solidFill>
          <a:srgbClr val="FFFFFF"/>
        </a:solidFill>
        <a:prstDash val="solid"/>
        <a:miter lim="800000"/>
      </a:ln>
      <a:ln w="12700" cap="flat" cmpd="sng" algn="ctr">
        <a:solidFill>
          <a:srgbClr val="FFFFFF"/>
        </a:solidFill>
        <a:prstDash val="solid"/>
        <a:miter lim="800000"/>
      </a:ln>
      <a:ln w="12700" cap="flat" cmpd="sng" algn="ctr">
        <a:gradFill>
          <a:gsLst>
            <a:gs pos="0">
              <a:srgbClr val="FFFFFF">
                <a:hueOff val="-4200000"/>
              </a:srgbClr>
            </a:gs>
            <a:gs pos="100000">
              <a:srgbClr val="FFFFFF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rgbClr val="FFFFFF">
              <a:alpha val="60000"/>
            </a:srgb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rgbClr val="FFFFFF"/>
      </a:solidFill>
      <a:solidFill>
        <a:srgbClr val="FFFFFF">
          <a:tint val="95000"/>
          <a:satMod val="170000"/>
        </a:srgbClr>
      </a:solidFill>
      <a:gradFill rotWithShape="1">
        <a:gsLst>
          <a:gs pos="0">
            <a:srgbClr val="FFFFFF">
              <a:tint val="93000"/>
              <a:satMod val="150000"/>
              <a:shade val="98000"/>
              <a:lumMod val="102000"/>
            </a:srgbClr>
          </a:gs>
          <a:gs pos="50000">
            <a:srgbClr val="FFFFFF">
              <a:tint val="98000"/>
              <a:satMod val="130000"/>
              <a:shade val="90000"/>
              <a:lumMod val="103000"/>
            </a:srgbClr>
          </a:gs>
          <a:gs pos="100000">
            <a:srgbClr val="FFFFFF">
              <a:shade val="63000"/>
              <a:satMod val="120000"/>
            </a:srgb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彩色2">
    <a:dk1>
      <a:srgbClr val="000000"/>
    </a:dk1>
    <a:lt1>
      <a:srgbClr val="FFFFFF"/>
    </a:lt1>
    <a:dk2>
      <a:srgbClr val="44546A"/>
    </a:dk2>
    <a:lt2>
      <a:srgbClr val="E7E6E6"/>
    </a:lt2>
    <a:accent1>
      <a:srgbClr val="FF5958"/>
    </a:accent1>
    <a:accent2>
      <a:srgbClr val="FABB00"/>
    </a:accent2>
    <a:accent3>
      <a:srgbClr val="AC68FB"/>
    </a:accent3>
    <a:accent4>
      <a:srgbClr val="F75090"/>
    </a:accent4>
    <a:accent5>
      <a:srgbClr val="FF920C"/>
    </a:accent5>
    <a:accent6>
      <a:srgbClr val="ABD500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rgbClr val="FFFFFF"/>
      </a:solidFill>
      <a:gradFill>
        <a:gsLst>
          <a:gs pos="0">
            <a:srgbClr val="FFFFFF">
              <a:lumOff val="17500"/>
            </a:srgbClr>
          </a:gs>
          <a:gs pos="100000">
            <a:srgbClr val="FFFFFF"/>
          </a:gs>
        </a:gsLst>
        <a:lin ang="2700000" scaled="0"/>
      </a:gradFill>
      <a:gradFill>
        <a:gsLst>
          <a:gs pos="0">
            <a:srgbClr val="FFFFFF">
              <a:hueOff val="-2520000"/>
            </a:srgbClr>
          </a:gs>
          <a:gs pos="100000">
            <a:srgbClr val="FFFFFF"/>
          </a:gs>
        </a:gsLst>
        <a:lin ang="2700000" scaled="0"/>
      </a:gradFill>
    </a:fillStyleLst>
    <a:lnStyleLst>
      <a:ln w="12700" cap="flat" cmpd="sng" algn="ctr">
        <a:solidFill>
          <a:srgbClr val="FFFFFF"/>
        </a:solidFill>
        <a:prstDash val="solid"/>
        <a:miter lim="800000"/>
      </a:ln>
      <a:ln w="12700" cap="flat" cmpd="sng" algn="ctr">
        <a:solidFill>
          <a:srgbClr val="FFFFFF"/>
        </a:solidFill>
        <a:prstDash val="solid"/>
        <a:miter lim="800000"/>
      </a:ln>
      <a:ln w="12700" cap="flat" cmpd="sng" algn="ctr">
        <a:gradFill>
          <a:gsLst>
            <a:gs pos="0">
              <a:srgbClr val="FFFFFF">
                <a:hueOff val="-4200000"/>
              </a:srgbClr>
            </a:gs>
            <a:gs pos="100000">
              <a:srgbClr val="FFFFFF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rgbClr val="FFFFFF">
              <a:alpha val="60000"/>
            </a:srgb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rgbClr val="FFFFFF"/>
      </a:solidFill>
      <a:solidFill>
        <a:srgbClr val="FFFFFF">
          <a:tint val="95000"/>
          <a:satMod val="170000"/>
        </a:srgbClr>
      </a:solidFill>
      <a:gradFill rotWithShape="1">
        <a:gsLst>
          <a:gs pos="0">
            <a:srgbClr val="FFFFFF">
              <a:tint val="93000"/>
              <a:satMod val="150000"/>
              <a:shade val="98000"/>
              <a:lumMod val="102000"/>
            </a:srgbClr>
          </a:gs>
          <a:gs pos="50000">
            <a:srgbClr val="FFFFFF">
              <a:tint val="98000"/>
              <a:satMod val="130000"/>
              <a:shade val="90000"/>
              <a:lumMod val="103000"/>
            </a:srgbClr>
          </a:gs>
          <a:gs pos="100000">
            <a:srgbClr val="FFFFFF">
              <a:shade val="63000"/>
              <a:satMod val="120000"/>
            </a:srgb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彩色2">
    <a:dk1>
      <a:srgbClr val="000000"/>
    </a:dk1>
    <a:lt1>
      <a:srgbClr val="FFFFFF"/>
    </a:lt1>
    <a:dk2>
      <a:srgbClr val="44546A"/>
    </a:dk2>
    <a:lt2>
      <a:srgbClr val="E7E6E6"/>
    </a:lt2>
    <a:accent1>
      <a:srgbClr val="FF5958"/>
    </a:accent1>
    <a:accent2>
      <a:srgbClr val="FABB00"/>
    </a:accent2>
    <a:accent3>
      <a:srgbClr val="AC68FB"/>
    </a:accent3>
    <a:accent4>
      <a:srgbClr val="F75090"/>
    </a:accent4>
    <a:accent5>
      <a:srgbClr val="FF920C"/>
    </a:accent5>
    <a:accent6>
      <a:srgbClr val="ABD500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rgbClr val="FFFFFF"/>
      </a:solidFill>
      <a:gradFill>
        <a:gsLst>
          <a:gs pos="0">
            <a:srgbClr val="FFFFFF">
              <a:lumOff val="17500"/>
            </a:srgbClr>
          </a:gs>
          <a:gs pos="100000">
            <a:srgbClr val="FFFFFF"/>
          </a:gs>
        </a:gsLst>
        <a:lin ang="2700000" scaled="0"/>
      </a:gradFill>
      <a:gradFill>
        <a:gsLst>
          <a:gs pos="0">
            <a:srgbClr val="FFFFFF">
              <a:hueOff val="-2520000"/>
            </a:srgbClr>
          </a:gs>
          <a:gs pos="100000">
            <a:srgbClr val="FFFFFF"/>
          </a:gs>
        </a:gsLst>
        <a:lin ang="2700000" scaled="0"/>
      </a:gradFill>
    </a:fillStyleLst>
    <a:lnStyleLst>
      <a:ln w="12700" cap="flat" cmpd="sng" algn="ctr">
        <a:solidFill>
          <a:srgbClr val="FFFFFF"/>
        </a:solidFill>
        <a:prstDash val="solid"/>
        <a:miter lim="800000"/>
      </a:ln>
      <a:ln w="12700" cap="flat" cmpd="sng" algn="ctr">
        <a:solidFill>
          <a:srgbClr val="FFFFFF"/>
        </a:solidFill>
        <a:prstDash val="solid"/>
        <a:miter lim="800000"/>
      </a:ln>
      <a:ln w="12700" cap="flat" cmpd="sng" algn="ctr">
        <a:gradFill>
          <a:gsLst>
            <a:gs pos="0">
              <a:srgbClr val="FFFFFF">
                <a:hueOff val="-4200000"/>
              </a:srgbClr>
            </a:gs>
            <a:gs pos="100000">
              <a:srgbClr val="FFFFFF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rgbClr val="FFFFFF">
              <a:alpha val="60000"/>
            </a:srgb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rgbClr val="FFFFFF"/>
      </a:solidFill>
      <a:solidFill>
        <a:srgbClr val="FFFFFF">
          <a:tint val="95000"/>
          <a:satMod val="170000"/>
        </a:srgbClr>
      </a:solidFill>
      <a:gradFill rotWithShape="1">
        <a:gsLst>
          <a:gs pos="0">
            <a:srgbClr val="FFFFFF">
              <a:tint val="93000"/>
              <a:satMod val="150000"/>
              <a:shade val="98000"/>
              <a:lumMod val="102000"/>
            </a:srgbClr>
          </a:gs>
          <a:gs pos="50000">
            <a:srgbClr val="FFFFFF">
              <a:tint val="98000"/>
              <a:satMod val="130000"/>
              <a:shade val="90000"/>
              <a:lumMod val="103000"/>
            </a:srgbClr>
          </a:gs>
          <a:gs pos="100000">
            <a:srgbClr val="FFFFFF">
              <a:shade val="63000"/>
              <a:satMod val="120000"/>
            </a:srgb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彩色2">
    <a:dk1>
      <a:srgbClr val="000000"/>
    </a:dk1>
    <a:lt1>
      <a:srgbClr val="FFFFFF"/>
    </a:lt1>
    <a:dk2>
      <a:srgbClr val="44546A"/>
    </a:dk2>
    <a:lt2>
      <a:srgbClr val="E7E6E6"/>
    </a:lt2>
    <a:accent1>
      <a:srgbClr val="FF5958"/>
    </a:accent1>
    <a:accent2>
      <a:srgbClr val="FABB00"/>
    </a:accent2>
    <a:accent3>
      <a:srgbClr val="AC68FB"/>
    </a:accent3>
    <a:accent4>
      <a:srgbClr val="F75090"/>
    </a:accent4>
    <a:accent5>
      <a:srgbClr val="FF920C"/>
    </a:accent5>
    <a:accent6>
      <a:srgbClr val="ABD500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rgbClr val="FFFFFF"/>
      </a:solidFill>
      <a:gradFill>
        <a:gsLst>
          <a:gs pos="0">
            <a:srgbClr val="FFFFFF">
              <a:lumOff val="17500"/>
            </a:srgbClr>
          </a:gs>
          <a:gs pos="100000">
            <a:srgbClr val="FFFFFF"/>
          </a:gs>
        </a:gsLst>
        <a:lin ang="2700000" scaled="0"/>
      </a:gradFill>
      <a:gradFill>
        <a:gsLst>
          <a:gs pos="0">
            <a:srgbClr val="FFFFFF">
              <a:hueOff val="-2520000"/>
            </a:srgbClr>
          </a:gs>
          <a:gs pos="100000">
            <a:srgbClr val="FFFFFF"/>
          </a:gs>
        </a:gsLst>
        <a:lin ang="2700000" scaled="0"/>
      </a:gradFill>
    </a:fillStyleLst>
    <a:lnStyleLst>
      <a:ln w="12700" cap="flat" cmpd="sng" algn="ctr">
        <a:solidFill>
          <a:srgbClr val="FFFFFF"/>
        </a:solidFill>
        <a:prstDash val="solid"/>
        <a:miter lim="800000"/>
      </a:ln>
      <a:ln w="12700" cap="flat" cmpd="sng" algn="ctr">
        <a:solidFill>
          <a:srgbClr val="FFFFFF"/>
        </a:solidFill>
        <a:prstDash val="solid"/>
        <a:miter lim="800000"/>
      </a:ln>
      <a:ln w="12700" cap="flat" cmpd="sng" algn="ctr">
        <a:gradFill>
          <a:gsLst>
            <a:gs pos="0">
              <a:srgbClr val="FFFFFF">
                <a:hueOff val="-4200000"/>
              </a:srgbClr>
            </a:gs>
            <a:gs pos="100000">
              <a:srgbClr val="FFFFFF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rgbClr val="FFFFFF">
              <a:alpha val="60000"/>
            </a:srgb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rgbClr val="FFFFFF"/>
      </a:solidFill>
      <a:solidFill>
        <a:srgbClr val="FFFFFF">
          <a:tint val="95000"/>
          <a:satMod val="170000"/>
        </a:srgbClr>
      </a:solidFill>
      <a:gradFill rotWithShape="1">
        <a:gsLst>
          <a:gs pos="0">
            <a:srgbClr val="FFFFFF">
              <a:tint val="93000"/>
              <a:satMod val="150000"/>
              <a:shade val="98000"/>
              <a:lumMod val="102000"/>
            </a:srgbClr>
          </a:gs>
          <a:gs pos="50000">
            <a:srgbClr val="FFFFFF">
              <a:tint val="98000"/>
              <a:satMod val="130000"/>
              <a:shade val="90000"/>
              <a:lumMod val="103000"/>
            </a:srgbClr>
          </a:gs>
          <a:gs pos="100000">
            <a:srgbClr val="FFFFFF">
              <a:shade val="63000"/>
              <a:satMod val="120000"/>
            </a:srgb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WPS 表格</Application>
  <PresentationFormat>自定义</PresentationFormat>
  <Paragraphs>80</Paragraphs>
  <Slides>1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38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Arial Unicode MS</vt:lpstr>
      <vt:lpstr>Symbol</vt:lpstr>
      <vt:lpstr>Kingsoft Sign</vt:lpstr>
      <vt:lpstr>Wingdings</vt:lpstr>
      <vt:lpstr>汉仪书宋二KW</vt:lpstr>
      <vt:lpstr>Arial</vt:lpstr>
      <vt:lpstr>思源黑体</vt:lpstr>
      <vt:lpstr>汉仪中黑KW</vt:lpstr>
      <vt:lpstr>Noto Sans SC</vt:lpstr>
      <vt:lpstr>宋体</vt:lpstr>
      <vt:lpstr>Calibri</vt:lpstr>
      <vt:lpstr>Helvetica Neue</vt:lpstr>
      <vt:lpstr>Microsoft YaHei</vt:lpstr>
      <vt:lpstr>MiSans</vt:lpstr>
      <vt:lpstr>苹方-简</vt:lpstr>
      <vt:lpstr>Arial</vt:lpstr>
      <vt:lpstr>微软雅黑</vt:lpstr>
      <vt:lpstr>Microsoft YaHei Regular</vt:lpstr>
      <vt:lpstr>楷体</vt:lpstr>
      <vt:lpstr>汉仪楷体KW</vt:lpstr>
      <vt:lpstr>楷体_GB2312</vt:lpstr>
      <vt:lpstr>Times New Roman</vt:lpstr>
      <vt:lpstr>阿里巴巴普惠体 2 45 Light</vt:lpstr>
      <vt:lpstr>阿里巴巴普惠体 2.0 45 Light</vt:lpstr>
      <vt:lpstr>Alibaba PuHuiTi</vt:lpstr>
      <vt:lpstr>Helvetica Neue</vt:lpstr>
      <vt:lpstr>等线</vt:lpstr>
      <vt:lpstr>汉仪中等线KW</vt:lpstr>
      <vt:lpstr>MiSans</vt:lpstr>
      <vt:lpstr>Noto Sans SC</vt:lpstr>
      <vt:lpstr>思源黑体</vt:lpstr>
      <vt:lpstr>楷体</vt:lpstr>
      <vt:lpstr>阿里巴巴普惠体 2 45 Light</vt:lpstr>
      <vt:lpstr>阿里巴巴普惠体 2.0 45 Light</vt:lpstr>
      <vt:lpstr>1_20111115_Präsentationsstandard_L5-7</vt:lpstr>
      <vt:lpstr>TCLayout.ActiveDocument.1</vt:lpstr>
      <vt:lpstr>TCLayout.ActiveDocument.1</vt:lpstr>
      <vt:lpstr>PowerPoint 演示文稿</vt:lpstr>
    </vt:vector>
  </TitlesOfParts>
  <LinksUpToDate>false</LinksUpToDate>
  <SharedDoc>false</SharedDoc>
  <HyperlinksChanged>false</HyperlinksChanged>
  <AppVersion>14.0000</AppVersion>
  <Company>演示样例公司</Company>
  <Manager>演示样例公司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2160</cp:revision>
  <cp:lastPrinted>2026-09-23T13:58:38Z</cp:lastPrinted>
  <dcterms:created xsi:type="dcterms:W3CDTF">2026-09-23T13:58:38Z</dcterms:created>
  <dcterms:modified xsi:type="dcterms:W3CDTF">2026-09-23T13:58:38Z</dcterms:modified>
  <dc:creator>CharFloat Demo</dc:creator>
  <cp:lastModifiedBy>CharFloat Demo</cp:lastModifiedBy>
  <cp:title>演示文档</cp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B4F43E627A6F25CAC8D9B36AE42D2B4B_43</vt:lpwstr>
  </property>
</Properties>
</file>