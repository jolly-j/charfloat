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表格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宋体</vt:lpstr>
      <vt:lpstr>Arial Unicode MS</vt:lpstr>
      <vt:lpstr>苹方-简</vt:lpstr>
      <vt:lpstr>汉仪书宋二KW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jolin</dc:creator>
  <cp:lastModifiedBy>jolin</cp:lastModifiedBy>
  <cp:revision>165</cp:revision>
  <dcterms:created xsi:type="dcterms:W3CDTF">2026-09-22T08:03:23Z</dcterms:created>
  <dcterms:modified xsi:type="dcterms:W3CDTF">2026-09-22T08:03:23Z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FD598F6527D7E050A035B26AF2CD2B5E_41</vt:lpwstr>
  </property>
</Properties>
</file>