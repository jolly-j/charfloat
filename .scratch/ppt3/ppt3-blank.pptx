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handoutMasterIdLst>
    <p:handoutMasterId r:id="rId29"/>
  </p:handoutMasterIdLst>
  <p:sldIdLst>
    <p:sldId id="256" r:id="rId3"/>
    <p:sldId id="270" r:id="rId4"/>
    <p:sldId id="258" r:id="rId5"/>
    <p:sldId id="257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9" r:id="rId16"/>
    <p:sldId id="271" r:id="rId17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handoutMaster" Target="handoutMasters/handoutMaster1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这是演讲者备注：请讲</a:t>
            </a:r>
            <a:r>
              <a:rPr lang="en-US" altLang="zh-CN"/>
              <a:t> 3 </a:t>
            </a:r>
            <a:r>
              <a:rPr lang="zh-CN" altLang="en-US"/>
              <a:t>分钟。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dgm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62.xml"/><Relationship Id="rId18" Type="http://schemas.openxmlformats.org/officeDocument/2006/relationships/tags" Target="../tags/tag61.xml"/><Relationship Id="rId17" Type="http://schemas.openxmlformats.org/officeDocument/2006/relationships/tags" Target="../tags/tag60.xml"/><Relationship Id="rId16" Type="http://schemas.openxmlformats.org/officeDocument/2006/relationships/tags" Target="../tags/tag59.xml"/><Relationship Id="rId15" Type="http://schemas.openxmlformats.org/officeDocument/2006/relationships/tags" Target="../tags/tag58.xml"/><Relationship Id="rId14" Type="http://schemas.openxmlformats.org/officeDocument/2006/relationships/tags" Target="../tags/tag57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7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7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4C8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62000" y="1778000"/>
            <a:ext cx="7620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6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实验标题页</a:t>
            </a:r>
            <a:endParaRPr lang="en-US" altLang="en-US" sz="36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62000" y="2921000"/>
            <a:ext cx="762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solidFill>
                  <a:srgbClr val="E2E8F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几何复现 · 干净实验</a:t>
            </a:r>
            <a:endParaRPr lang="en-US" altLang="en-US">
              <a:solidFill>
                <a:srgbClr val="E2E8F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35000" y="381000"/>
            <a:ext cx="7874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>
                <a:solidFill>
                  <a:srgbClr val="0F4C8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内容页A（有正文）</a:t>
            </a:r>
            <a:endParaRPr lang="en-US" altLang="en-US" sz="2400" b="1">
              <a:solidFill>
                <a:srgbClr val="0F4C8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635000" y="952500"/>
            <a:ext cx="889000" cy="635"/>
          </a:xfrm>
          <a:prstGeom prst="line">
            <a:avLst/>
          </a:prstGeom>
          <a:ln w="317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762000" y="1270000"/>
            <a:ext cx="76200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600">
                <a:solidFill>
                  <a:srgbClr val="33415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要点一
要点二
要点三</a:t>
            </a:r>
            <a:endParaRPr lang="en-US" altLang="en-US" sz="1600">
              <a:solidFill>
                <a:srgbClr val="334155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35000" y="381000"/>
            <a:ext cx="7874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>
                <a:solidFill>
                  <a:srgbClr val="0F4C8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内容页B（故意不传正文）</a:t>
            </a:r>
            <a:endParaRPr lang="en-US" altLang="en-US" sz="2400" b="1">
              <a:solidFill>
                <a:srgbClr val="0F4C8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635000" y="952500"/>
            <a:ext cx="889000" cy="635"/>
          </a:xfrm>
          <a:prstGeom prst="line">
            <a:avLst/>
          </a:prstGeom>
          <a:ln w="317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35000" y="381000"/>
            <a:ext cx="7874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>
                <a:solidFill>
                  <a:srgbClr val="0F4C8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内容页A（有正文）</a:t>
            </a:r>
            <a:endParaRPr lang="en-US" altLang="en-US" sz="2400" b="1">
              <a:solidFill>
                <a:srgbClr val="0F4C8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635000" y="952500"/>
            <a:ext cx="889000" cy="635"/>
          </a:xfrm>
          <a:prstGeom prst="line">
            <a:avLst/>
          </a:prstGeom>
          <a:ln w="317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762000" y="1270000"/>
            <a:ext cx="76200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600">
                <a:solidFill>
                  <a:srgbClr val="33415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要点一
要点二
要点三</a:t>
            </a:r>
            <a:endParaRPr lang="en-US" altLang="en-US" sz="1600">
              <a:solidFill>
                <a:srgbClr val="334155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4C8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62000" y="2032000"/>
            <a:ext cx="7620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40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谢谢观看</a:t>
            </a:r>
            <a:endParaRPr lang="en-US" altLang="en-US" sz="40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B38B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16000" y="2370667"/>
            <a:ext cx="10160000" cy="86021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4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指纹标题</a:t>
            </a:r>
            <a:endParaRPr lang="zh-CN" altLang="en-US" sz="4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16000" y="3894667"/>
            <a:ext cx="10160000" cy="49106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>
                <a:solidFill>
                  <a:srgbClr val="E2E8F0"/>
                </a:solidFill>
                <a:latin typeface="Microsoft YaHei" panose="020B0503020204020204" charset="-122"/>
                <a:ea typeface="Microsoft YaHei" panose="020B0503020204020204" charset="-122"/>
              </a:rPr>
              <a:t>第二次生成</a:t>
            </a:r>
            <a:endParaRPr lang="zh-CN" altLang="en-US" sz="2400">
              <a:solidFill>
                <a:srgbClr val="E2E8F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46667" y="508000"/>
            <a:ext cx="10498667" cy="61383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3200" b="1">
                <a:solidFill>
                  <a:srgbClr val="4B38B3"/>
                </a:solidFill>
                <a:latin typeface="Microsoft YaHei" panose="020B0503020204020204" charset="-122"/>
                <a:ea typeface="Microsoft YaHei" panose="020B0503020204020204" charset="-122"/>
              </a:rPr>
              <a:t>卡片页</a:t>
            </a:r>
            <a:endParaRPr lang="zh-CN" altLang="en-US" sz="3200" b="1">
              <a:solidFill>
                <a:srgbClr val="4B38B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846667" y="1270000"/>
            <a:ext cx="1185333" cy="847"/>
          </a:xfrm>
          <a:prstGeom prst="line">
            <a:avLst/>
          </a:prstGeom>
          <a:ln w="31750">
            <a:solidFill>
              <a:srgbClr val="4B38B3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圆角矩形 3"/>
          <p:cNvSpPr/>
          <p:nvPr/>
        </p:nvSpPr>
        <p:spPr>
          <a:xfrm>
            <a:off x="846667" y="1693333"/>
            <a:ext cx="5113867" cy="4402667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6000" y="1896533"/>
            <a:ext cx="609600" cy="67733"/>
          </a:xfrm>
          <a:prstGeom prst="rect">
            <a:avLst/>
          </a:prstGeom>
          <a:solidFill>
            <a:srgbClr val="4B38B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016000" y="2032000"/>
            <a:ext cx="4775200" cy="32681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1335" b="1">
                <a:solidFill>
                  <a:srgbClr val="4B38B3"/>
                </a:solidFill>
                <a:latin typeface="Microsoft YaHei" panose="020B0503020204020204" charset="-122"/>
                <a:ea typeface="Microsoft YaHei" panose="020B0503020204020204" charset="-122"/>
              </a:rPr>
              <a:t>A</a:t>
            </a:r>
            <a:endParaRPr lang="en-US" altLang="en-US" sz="1335" b="1">
              <a:solidFill>
                <a:srgbClr val="4B38B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16000" y="2404533"/>
            <a:ext cx="4775200" cy="4495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135" b="1">
                <a:solidFill>
                  <a:srgbClr val="0F172A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卡</a:t>
            </a:r>
            <a:r>
              <a:rPr lang="en-US" altLang="zh-CN" sz="2135" b="1">
                <a:solidFill>
                  <a:srgbClr val="0F172A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</a:t>
            </a:r>
            <a:endParaRPr lang="en-US" altLang="zh-CN" sz="2135" b="1">
              <a:solidFill>
                <a:srgbClr val="0F172A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16000" y="3014133"/>
            <a:ext cx="4775200" cy="36745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600">
                <a:solidFill>
                  <a:srgbClr val="47556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描述</a:t>
            </a:r>
            <a:r>
              <a:rPr lang="en-US" altLang="zh-CN" sz="1600">
                <a:solidFill>
                  <a:srgbClr val="47556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</a:t>
            </a:r>
            <a:endParaRPr lang="en-US" altLang="zh-CN" sz="1600">
              <a:solidFill>
                <a:srgbClr val="47556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6231467" y="1693333"/>
            <a:ext cx="5113867" cy="4402667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400800" y="1896533"/>
            <a:ext cx="609600" cy="67733"/>
          </a:xfrm>
          <a:prstGeom prst="rect">
            <a:avLst/>
          </a:prstGeom>
          <a:solidFill>
            <a:srgbClr val="4B38B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400800" y="2032000"/>
            <a:ext cx="4775200" cy="32681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1335" b="1">
                <a:solidFill>
                  <a:srgbClr val="4B38B3"/>
                </a:solidFill>
                <a:latin typeface="Microsoft YaHei" panose="020B0503020204020204" charset="-122"/>
                <a:ea typeface="Microsoft YaHei" panose="020B0503020204020204" charset="-122"/>
              </a:rPr>
              <a:t>B</a:t>
            </a:r>
            <a:endParaRPr lang="en-US" altLang="en-US" sz="1335" b="1">
              <a:solidFill>
                <a:srgbClr val="4B38B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400800" y="2404533"/>
            <a:ext cx="4775200" cy="4495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135" b="1">
                <a:solidFill>
                  <a:srgbClr val="0F172A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卡</a:t>
            </a:r>
            <a:r>
              <a:rPr lang="en-US" altLang="zh-CN" sz="2135" b="1">
                <a:solidFill>
                  <a:srgbClr val="0F172A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</a:t>
            </a:r>
            <a:endParaRPr lang="en-US" altLang="zh-CN" sz="2135" b="1">
              <a:solidFill>
                <a:srgbClr val="0F172A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400800" y="3014133"/>
            <a:ext cx="4775200" cy="36745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600">
                <a:solidFill>
                  <a:srgbClr val="47556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描述</a:t>
            </a:r>
            <a:r>
              <a:rPr lang="en-US" altLang="zh-CN" sz="1600">
                <a:solidFill>
                  <a:srgbClr val="47556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</a:t>
            </a:r>
            <a:endParaRPr lang="en-US" altLang="zh-CN" sz="1600">
              <a:solidFill>
                <a:srgbClr val="47556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46667" y="508000"/>
            <a:ext cx="10498667" cy="61383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3200" b="1">
                <a:solidFill>
                  <a:srgbClr val="0F4C81"/>
                </a:solidFill>
                <a:latin typeface="Microsoft YaHei" panose="020B0503020204020204" charset="-122"/>
                <a:ea typeface="Microsoft YaHei" panose="020B0503020204020204" charset="-122"/>
              </a:rPr>
              <a:t>新版构建下的无正文内容页</a:t>
            </a:r>
            <a:endParaRPr lang="zh-CN" altLang="en-US" sz="3200" b="1">
              <a:solidFill>
                <a:srgbClr val="0F4C8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846667" y="1270000"/>
            <a:ext cx="1185333" cy="847"/>
          </a:xfrm>
          <a:prstGeom prst="line">
            <a:avLst/>
          </a:prstGeom>
          <a:ln w="317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46667" y="508000"/>
            <a:ext cx="10498667" cy="61383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3200" b="1">
                <a:solidFill>
                  <a:srgbClr val="0F4C81"/>
                </a:solidFill>
                <a:latin typeface="Microsoft YaHei" panose="020B0503020204020204" charset="-122"/>
                <a:ea typeface="Microsoft YaHei" panose="020B0503020204020204" charset="-122"/>
              </a:rPr>
              <a:t>新版构建下的空数组正文页</a:t>
            </a:r>
            <a:endParaRPr lang="zh-CN" altLang="en-US" sz="3200" b="1">
              <a:solidFill>
                <a:srgbClr val="0F4C8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846667" y="1270000"/>
            <a:ext cx="1185333" cy="847"/>
          </a:xfrm>
          <a:prstGeom prst="line">
            <a:avLst/>
          </a:prstGeom>
          <a:ln w="317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/>
        </p:nvGraphicFramePr>
        <p:xfrm>
          <a:off x="1016000" y="1524000"/>
          <a:ext cx="10160000" cy="3810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386455"/>
                <a:gridCol w="3386455"/>
                <a:gridCol w="338645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rgbClr val="CBD5E1"/>
                      </a:solidFill>
                    </a:lnL>
                    <a:lnR w="1905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 cmpd="sng">
                      <a:solidFill>
                        <a:srgbClr val="FFFFFF"/>
                      </a:solidFill>
                    </a:lnL>
                    <a:lnR w="1905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0F4C81"/>
                    </a:solidFill>
                  </a:tcPr>
                </a:tc>
              </a:tr>
              <a:tr h="5842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/>
        </p:nvGraphicFramePr>
        <p:xfrm>
          <a:off x="1016000" y="1524000"/>
          <a:ext cx="10160000" cy="3810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386455"/>
                <a:gridCol w="3386455"/>
                <a:gridCol w="3386455"/>
              </a:tblGrid>
              <a:tr h="381000">
                <a:tc>
                  <a:txBody>
                    <a:bodyPr wrap="square"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企业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63500" marR="63500" marT="38100" marB="38100" anchor="ctr">
                    <a:lnL w="12700" cmpd="sng">
                      <a:solidFill>
                        <a:srgbClr val="333333"/>
                      </a:solidFill>
                    </a:lnL>
                    <a:lnR w="1905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333333"/>
                      </a:solidFill>
                    </a:lnT>
                    <a:lnB w="12700" cmpd="sng">
                      <a:solidFill>
                        <a:srgbClr val="333333"/>
                      </a:solidFill>
                    </a:lnB>
                    <a:solidFill>
                      <a:srgbClr val="0072C6"/>
                    </a:solidFill>
                  </a:tcPr>
                </a:tc>
                <a:tc>
                  <a:txBody>
                    <a:bodyPr wrap="square"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环节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63500" marR="63500" marT="38100" marB="38100" anchor="ctr">
                    <a:lnL w="19050" cmpd="sng">
                      <a:solidFill>
                        <a:srgbClr val="FFFFFF"/>
                      </a:solidFill>
                    </a:lnL>
                    <a:lnR w="1905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333333"/>
                      </a:solidFill>
                    </a:lnT>
                    <a:lnB w="12700" cmpd="sng">
                      <a:solidFill>
                        <a:srgbClr val="333333"/>
                      </a:solidFill>
                    </a:lnB>
                    <a:solidFill>
                      <a:srgbClr val="0072C6"/>
                    </a:solidFill>
                  </a:tcPr>
                </a:tc>
                <a:tc>
                  <a:txBody>
                    <a:bodyPr wrap="square"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产能</a:t>
                      </a:r>
                      <a:r>
                        <a:rPr lang="en-US" altLang="zh-CN" sz="16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(MW)</a:t>
                      </a:r>
                      <a:endParaRPr lang="en-US" altLang="zh-CN" sz="16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63500" marR="63500" marT="38100" marB="38100" anchor="ctr">
                    <a:lnL w="1905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333333"/>
                      </a:solidFill>
                    </a:lnR>
                    <a:lnT w="12700" cmpd="sng">
                      <a:solidFill>
                        <a:srgbClr val="333333"/>
                      </a:solidFill>
                    </a:lnT>
                    <a:lnB w="12700" cmpd="sng">
                      <a:solidFill>
                        <a:srgbClr val="333333"/>
                      </a:solidFill>
                    </a:lnB>
                    <a:solidFill>
                      <a:srgbClr val="0072C6"/>
                    </a:solidFill>
                  </a:tcPr>
                </a:tc>
              </a:tr>
              <a:tr h="584200">
                <a:tc>
                  <a:txBody>
                    <a:bodyPr wrap="square"/>
                    <a:p>
                      <a:pPr algn="ctr">
                        <a:buNone/>
                      </a:pPr>
                      <a:r>
                        <a:rPr lang="zh-CN" altLang="en-US" sz="1400" b="1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协鑫光电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63500" marR="63500" marT="38100" marB="38100" anchor="ctr">
                    <a:lnL w="12700" cmpd="sng">
                      <a:solidFill>
                        <a:srgbClr val="333333"/>
                      </a:solidFill>
                    </a:lnL>
                    <a:lnR w="12700" cmpd="sng">
                      <a:solidFill>
                        <a:srgbClr val="333333"/>
                      </a:solidFill>
                    </a:lnR>
                    <a:lnT w="12700" cmpd="sng">
                      <a:solidFill>
                        <a:srgbClr val="333333"/>
                      </a:solidFill>
                    </a:lnT>
                    <a:lnB w="12700" cmpd="sng">
                      <a:solidFill>
                        <a:srgbClr val="3333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改过的单元格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63500" marR="63500" marT="38100" marB="38100" anchor="ctr">
                    <a:lnL w="12700" cmpd="sng">
                      <a:solidFill>
                        <a:srgbClr val="333333"/>
                      </a:solidFill>
                    </a:lnL>
                    <a:lnR w="12700" cmpd="sng">
                      <a:solidFill>
                        <a:srgbClr val="333333"/>
                      </a:solidFill>
                    </a:lnR>
                    <a:lnT w="12700" cmpd="sng">
                      <a:solidFill>
                        <a:srgbClr val="333333"/>
                      </a:solidFill>
                    </a:lnT>
                    <a:lnB w="12700" cmpd="sng">
                      <a:solidFill>
                        <a:srgbClr val="3333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lang="en-US" altLang="en-US" sz="14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1000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63500" marR="63500" marT="38100" marB="38100" anchor="ctr">
                    <a:lnL w="12700" cmpd="sng">
                      <a:solidFill>
                        <a:srgbClr val="333333"/>
                      </a:solidFill>
                    </a:lnL>
                    <a:lnR w="12700" cmpd="sng">
                      <a:solidFill>
                        <a:srgbClr val="333333"/>
                      </a:solidFill>
                    </a:lnR>
                    <a:lnT w="12700" cmpd="sng">
                      <a:solidFill>
                        <a:srgbClr val="333333"/>
                      </a:solidFill>
                    </a:lnT>
                    <a:lnB w="12700" cmpd="sng">
                      <a:solidFill>
                        <a:srgbClr val="33333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 wrap="square"/>
                    <a:p>
                      <a:pPr algn="ctr">
                        <a:buNone/>
                      </a:pPr>
                      <a:r>
                        <a:rPr lang="zh-CN" altLang="en-US" sz="1400" b="1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极电光能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63500" marR="63500" marT="38100" marB="38100" anchor="ctr">
                    <a:lnL w="12700" cmpd="sng">
                      <a:solidFill>
                        <a:srgbClr val="333333"/>
                      </a:solidFill>
                    </a:lnL>
                    <a:lnR w="12700" cmpd="sng">
                      <a:solidFill>
                        <a:srgbClr val="333333"/>
                      </a:solidFill>
                    </a:lnR>
                    <a:lnT w="12700" cmpd="sng">
                      <a:solidFill>
                        <a:srgbClr val="333333"/>
                      </a:solidFill>
                    </a:lnT>
                    <a:lnB w="12700" cmpd="sng">
                      <a:solidFill>
                        <a:srgbClr val="3333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电池组件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63500" marR="63500" marT="38100" marB="38100" anchor="ctr">
                    <a:lnL w="12700" cmpd="sng">
                      <a:solidFill>
                        <a:srgbClr val="333333"/>
                      </a:solidFill>
                    </a:lnL>
                    <a:lnR w="12700" cmpd="sng">
                      <a:solidFill>
                        <a:srgbClr val="333333"/>
                      </a:solidFill>
                    </a:lnR>
                    <a:lnT w="12700" cmpd="sng">
                      <a:solidFill>
                        <a:srgbClr val="333333"/>
                      </a:solidFill>
                    </a:lnT>
                    <a:lnB w="12700" cmpd="sng">
                      <a:solidFill>
                        <a:srgbClr val="3333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lang="en-US" altLang="en-US" sz="14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500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63500" marR="63500" marT="38100" marB="38100" anchor="ctr">
                    <a:lnL w="12700" cmpd="sng">
                      <a:solidFill>
                        <a:srgbClr val="333333"/>
                      </a:solidFill>
                    </a:lnL>
                    <a:lnR w="12700" cmpd="sng">
                      <a:solidFill>
                        <a:srgbClr val="333333"/>
                      </a:solidFill>
                    </a:lnR>
                    <a:lnT w="12700" cmpd="sng">
                      <a:solidFill>
                        <a:srgbClr val="333333"/>
                      </a:solidFill>
                    </a:lnT>
                    <a:lnB w="12700" cmpd="sng">
                      <a:solidFill>
                        <a:srgbClr val="33333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016000" y="508000"/>
            <a:ext cx="7620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>
                <a:solidFill>
                  <a:srgbClr val="0F4C81"/>
                </a:solidFill>
                <a:latin typeface="Microsoft YaHei" panose="020B0503020204020204" charset="-122"/>
                <a:ea typeface="Microsoft YaHei" panose="020B0503020204020204" charset="-122"/>
              </a:rPr>
              <a:t>手动文本框</a:t>
            </a:r>
            <a:endParaRPr lang="zh-CN" altLang="en-US" sz="2400" b="1">
              <a:solidFill>
                <a:srgbClr val="0F4C8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3175000" y="6286500"/>
            <a:ext cx="3302000" cy="1143000"/>
          </a:xfrm>
          <a:prstGeom prst="roundRect">
            <a:avLst/>
          </a:prstGeom>
          <a:solidFill>
            <a:srgbClr val="FEF3C7"/>
          </a:solidFill>
          <a:ln>
            <a:solidFill>
              <a:srgbClr val="E2E8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更新后的矩形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35000" y="381000"/>
            <a:ext cx="7874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>
                <a:solidFill>
                  <a:srgbClr val="0F4C81"/>
                </a:solidFill>
                <a:latin typeface="Microsoft YaHei" panose="020B0503020204020204" charset="-122"/>
                <a:ea typeface="Microsoft YaHei" panose="020B0503020204020204" charset="-122"/>
              </a:rPr>
              <a:t>图表页布局</a:t>
            </a:r>
            <a:endParaRPr lang="zh-CN" altLang="en-US" sz="2400" b="1">
              <a:solidFill>
                <a:srgbClr val="0F4C8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635000" y="952500"/>
            <a:ext cx="889000" cy="635"/>
          </a:xfrm>
          <a:prstGeom prst="line">
            <a:avLst/>
          </a:prstGeom>
          <a:ln w="317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46667" y="508000"/>
            <a:ext cx="10498667" cy="61383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3200" b="1">
                <a:solidFill>
                  <a:srgbClr val="0F4C81"/>
                </a:solidFill>
                <a:latin typeface="Microsoft YaHei" panose="020B0503020204020204" charset="-122"/>
                <a:ea typeface="Microsoft YaHei" panose="020B0503020204020204" charset="-122"/>
              </a:rPr>
              <a:t>带备注的页</a:t>
            </a:r>
            <a:endParaRPr lang="zh-CN" altLang="en-US" sz="3200" b="1">
              <a:solidFill>
                <a:srgbClr val="0F4C8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846667" y="1270000"/>
            <a:ext cx="1185333" cy="847"/>
          </a:xfrm>
          <a:prstGeom prst="line">
            <a:avLst/>
          </a:prstGeom>
          <a:ln w="317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016000" y="1693333"/>
            <a:ext cx="10160000" cy="77808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135">
                <a:solidFill>
                  <a:srgbClr val="33415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甲</a:t>
            </a:r>
            <a:r>
              <a:rPr lang="en-US" altLang="zh-CN" sz="2135">
                <a:solidFill>
                  <a:srgbClr val="33415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
</a:t>
            </a:r>
            <a:r>
              <a:rPr lang="zh-CN" altLang="en-US" sz="2135">
                <a:solidFill>
                  <a:srgbClr val="33415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乙</a:t>
            </a:r>
            <a:endParaRPr lang="zh-CN" altLang="en-US" sz="2135">
              <a:solidFill>
                <a:srgbClr val="334155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 sz="2800"/>
              <a:t>写进占位符的正文</a:t>
            </a:r>
            <a:endParaRPr lang="zh-CN" altLang="en-US" sz="2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智能图形占位符 2"/>
          <p:cNvSpPr>
            <a:spLocks noGrp="1"/>
          </p:cNvSpPr>
          <p:nvPr>
            <p:ph type="dgm" idx="1"/>
          </p:nvPr>
        </p:nvSpPr>
        <p:spPr/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1270000" y="2286000"/>
            <a:ext cx="2540000" cy="762000"/>
          </a:xfrm>
          <a:prstGeom prst="rect">
            <a:avLst/>
          </a:prstGeom>
          <a:solidFill>
            <a:srgbClr val="CBD5E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905000" y="3302000"/>
            <a:ext cx="1270000" cy="762000"/>
          </a:xfrm>
          <a:prstGeom prst="rect">
            <a:avLst/>
          </a:prstGeom>
          <a:solidFill>
            <a:srgbClr val="CBD5E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7620000" y="4318000"/>
            <a:ext cx="3810000" cy="762000"/>
          </a:xfrm>
          <a:prstGeom prst="rect">
            <a:avLst/>
          </a:prstGeom>
          <a:solidFill>
            <a:srgbClr val="CBD5E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B38B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16000" y="2370667"/>
            <a:ext cx="10160000" cy="86021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4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批量排版实验</a:t>
            </a:r>
            <a:endParaRPr lang="zh-CN" altLang="en-US" sz="4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16000" y="3894667"/>
            <a:ext cx="10160000" cy="49106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2400">
                <a:solidFill>
                  <a:srgbClr val="E2E8F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5 </a:t>
            </a:r>
            <a:r>
              <a:rPr lang="zh-CN" altLang="en-US" sz="2400">
                <a:solidFill>
                  <a:srgbClr val="E2E8F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页一次生成</a:t>
            </a:r>
            <a:endParaRPr lang="zh-CN" altLang="en-US" sz="2400">
              <a:solidFill>
                <a:srgbClr val="E2E8F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46667" y="508000"/>
            <a:ext cx="10498667" cy="61383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3200" b="1">
                <a:solidFill>
                  <a:srgbClr val="4B38B3"/>
                </a:solidFill>
                <a:latin typeface="Microsoft YaHei" panose="020B0503020204020204" charset="-122"/>
                <a:ea typeface="Microsoft YaHei" panose="020B0503020204020204" charset="-122"/>
              </a:rPr>
              <a:t>要点页</a:t>
            </a:r>
            <a:endParaRPr lang="zh-CN" altLang="en-US" sz="3200" b="1">
              <a:solidFill>
                <a:srgbClr val="4B38B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846667" y="1270000"/>
            <a:ext cx="1185333" cy="847"/>
          </a:xfrm>
          <a:prstGeom prst="line">
            <a:avLst/>
          </a:prstGeom>
          <a:ln w="31750">
            <a:solidFill>
              <a:srgbClr val="4B38B3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016000" y="1693333"/>
            <a:ext cx="10160000" cy="110659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>
                <a:solidFill>
                  <a:srgbClr val="33415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性能：单次调用完成</a:t>
            </a:r>
            <a:r>
              <a:rPr lang="en-US" altLang="zh-CN" sz="2000">
                <a:solidFill>
                  <a:srgbClr val="33415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5 </a:t>
            </a:r>
            <a:r>
              <a:rPr lang="zh-CN" altLang="en-US" sz="2000">
                <a:solidFill>
                  <a:srgbClr val="33415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页</a:t>
            </a:r>
            <a:r>
              <a:rPr lang="en-US" altLang="zh-CN" sz="2000">
                <a:solidFill>
                  <a:srgbClr val="33415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
</a:t>
            </a:r>
            <a:r>
              <a:rPr lang="zh-CN" altLang="en-US" sz="2000">
                <a:solidFill>
                  <a:srgbClr val="33415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几何：按</a:t>
            </a:r>
            <a:r>
              <a:rPr lang="en-US" altLang="zh-CN" sz="2000">
                <a:solidFill>
                  <a:srgbClr val="33415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960</a:t>
            </a:r>
            <a:r>
              <a:rPr lang="zh-CN" altLang="en-US" sz="2000">
                <a:solidFill>
                  <a:srgbClr val="33415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×</a:t>
            </a:r>
            <a:r>
              <a:rPr lang="en-US" altLang="zh-CN" sz="2000">
                <a:solidFill>
                  <a:srgbClr val="33415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540 </a:t>
            </a:r>
            <a:r>
              <a:rPr lang="zh-CN" altLang="en-US" sz="2000">
                <a:solidFill>
                  <a:srgbClr val="33415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换算</a:t>
            </a:r>
            <a:r>
              <a:rPr lang="en-US" altLang="zh-CN" sz="2000">
                <a:solidFill>
                  <a:srgbClr val="33415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
</a:t>
            </a:r>
            <a:r>
              <a:rPr lang="zh-CN" altLang="en-US" sz="2000">
                <a:solidFill>
                  <a:srgbClr val="33415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字体：</a:t>
            </a:r>
            <a:r>
              <a:rPr lang="en-US" altLang="zh-CN" sz="2000">
                <a:solidFill>
                  <a:srgbClr val="33415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36→48pt </a:t>
            </a:r>
            <a:r>
              <a:rPr lang="zh-CN" altLang="en-US" sz="2000">
                <a:solidFill>
                  <a:srgbClr val="33415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自动缩放</a:t>
            </a:r>
            <a:endParaRPr lang="zh-CN" altLang="en-US" sz="2000">
              <a:solidFill>
                <a:srgbClr val="334155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46667" y="508000"/>
            <a:ext cx="10498667" cy="61383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3200" b="1">
                <a:solidFill>
                  <a:srgbClr val="4B38B3"/>
                </a:solidFill>
                <a:latin typeface="Microsoft YaHei" panose="020B0503020204020204" charset="-122"/>
                <a:ea typeface="Microsoft YaHei" panose="020B0503020204020204" charset="-122"/>
              </a:rPr>
              <a:t>三栏卡片页</a:t>
            </a:r>
            <a:endParaRPr lang="zh-CN" altLang="en-US" sz="3200" b="1">
              <a:solidFill>
                <a:srgbClr val="4B38B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846667" y="1270000"/>
            <a:ext cx="1185333" cy="847"/>
          </a:xfrm>
          <a:prstGeom prst="line">
            <a:avLst/>
          </a:prstGeom>
          <a:ln w="31750">
            <a:solidFill>
              <a:srgbClr val="4B38B3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圆角矩形 3"/>
          <p:cNvSpPr/>
          <p:nvPr/>
        </p:nvSpPr>
        <p:spPr>
          <a:xfrm>
            <a:off x="846667" y="1693333"/>
            <a:ext cx="3318933" cy="4402667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6000" y="1896533"/>
            <a:ext cx="609600" cy="67733"/>
          </a:xfrm>
          <a:prstGeom prst="rect">
            <a:avLst/>
          </a:prstGeom>
          <a:solidFill>
            <a:srgbClr val="4B38B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016000" y="2032000"/>
            <a:ext cx="2980267" cy="32681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1335" b="1">
                <a:solidFill>
                  <a:srgbClr val="4B38B3"/>
                </a:solidFill>
                <a:latin typeface="Microsoft YaHei" panose="020B0503020204020204" charset="-122"/>
                <a:ea typeface="Microsoft YaHei" panose="020B0503020204020204" charset="-122"/>
              </a:rPr>
              <a:t>P1</a:t>
            </a:r>
            <a:endParaRPr lang="en-US" altLang="en-US" sz="1335" b="1">
              <a:solidFill>
                <a:srgbClr val="4B38B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16000" y="2404533"/>
            <a:ext cx="2980267" cy="4495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135" b="1">
                <a:solidFill>
                  <a:srgbClr val="0F172A"/>
                </a:solidFill>
                <a:latin typeface="Microsoft YaHei" panose="020B0503020204020204" charset="-122"/>
                <a:ea typeface="Microsoft YaHei" panose="020B0503020204020204" charset="-122"/>
              </a:rPr>
              <a:t>契约统一</a:t>
            </a:r>
            <a:endParaRPr lang="zh-CN" altLang="en-US" sz="2135" b="1">
              <a:solidFill>
                <a:srgbClr val="0F172A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16000" y="3014133"/>
            <a:ext cx="2980267" cy="61383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600">
                <a:solidFill>
                  <a:srgbClr val="475569"/>
                </a:solidFill>
                <a:latin typeface="Microsoft YaHei" panose="020B0503020204020204" charset="-122"/>
                <a:ea typeface="Microsoft YaHei" panose="020B0503020204020204" charset="-122"/>
              </a:rPr>
              <a:t>工具定义、参数校验与宿主实现三者对齐</a:t>
            </a:r>
            <a:endParaRPr lang="zh-CN" altLang="en-US" sz="1600">
              <a:solidFill>
                <a:srgbClr val="47556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4436533" y="1693333"/>
            <a:ext cx="3318933" cy="4402667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4605867" y="1896533"/>
            <a:ext cx="609600" cy="67733"/>
          </a:xfrm>
          <a:prstGeom prst="rect">
            <a:avLst/>
          </a:prstGeom>
          <a:solidFill>
            <a:srgbClr val="4B38B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4605867" y="2032000"/>
            <a:ext cx="2980267" cy="32681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1335" b="1">
                <a:solidFill>
                  <a:srgbClr val="4B38B3"/>
                </a:solidFill>
                <a:latin typeface="Microsoft YaHei" panose="020B0503020204020204" charset="-122"/>
                <a:ea typeface="Microsoft YaHei" panose="020B0503020204020204" charset="-122"/>
              </a:rPr>
              <a:t>P2</a:t>
            </a:r>
            <a:endParaRPr lang="en-US" altLang="en-US" sz="1335" b="1">
              <a:solidFill>
                <a:srgbClr val="4B38B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605867" y="2404533"/>
            <a:ext cx="2980267" cy="4495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135" b="1">
                <a:solidFill>
                  <a:srgbClr val="0F172A"/>
                </a:solidFill>
                <a:latin typeface="Microsoft YaHei" panose="020B0503020204020204" charset="-122"/>
                <a:ea typeface="Microsoft YaHei" panose="020B0503020204020204" charset="-122"/>
              </a:rPr>
              <a:t>分层拆分</a:t>
            </a:r>
            <a:endParaRPr lang="zh-CN" altLang="en-US" sz="2135" b="1">
              <a:solidFill>
                <a:srgbClr val="0F172A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605867" y="3014133"/>
            <a:ext cx="2980267" cy="61383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600">
                <a:solidFill>
                  <a:srgbClr val="475569"/>
                </a:solidFill>
                <a:latin typeface="Microsoft YaHei" panose="020B0503020204020204" charset="-122"/>
                <a:ea typeface="Microsoft YaHei" panose="020B0503020204020204" charset="-122"/>
              </a:rPr>
              <a:t>契约层、执行层、协议层职责分离</a:t>
            </a:r>
            <a:endParaRPr lang="zh-CN" altLang="en-US" sz="1600">
              <a:solidFill>
                <a:srgbClr val="47556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026400" y="1693333"/>
            <a:ext cx="3318933" cy="4402667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8195733" y="1896533"/>
            <a:ext cx="609600" cy="67733"/>
          </a:xfrm>
          <a:prstGeom prst="rect">
            <a:avLst/>
          </a:prstGeom>
          <a:solidFill>
            <a:srgbClr val="4B38B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8195733" y="2032000"/>
            <a:ext cx="2980267" cy="32681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1335" b="1">
                <a:solidFill>
                  <a:srgbClr val="4B38B3"/>
                </a:solidFill>
                <a:latin typeface="Microsoft YaHei" panose="020B0503020204020204" charset="-122"/>
                <a:ea typeface="Microsoft YaHei" panose="020B0503020204020204" charset="-122"/>
              </a:rPr>
              <a:t>P3</a:t>
            </a:r>
            <a:endParaRPr lang="en-US" altLang="en-US" sz="1335" b="1">
              <a:solidFill>
                <a:srgbClr val="4B38B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195733" y="2404533"/>
            <a:ext cx="2980267" cy="4495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135" b="1">
                <a:solidFill>
                  <a:srgbClr val="0F172A"/>
                </a:solidFill>
                <a:latin typeface="Microsoft YaHei" panose="020B0503020204020204" charset="-122"/>
                <a:ea typeface="Microsoft YaHei" panose="020B0503020204020204" charset="-122"/>
              </a:rPr>
              <a:t>双平台</a:t>
            </a:r>
            <a:endParaRPr lang="zh-CN" altLang="en-US" sz="2135" b="1">
              <a:solidFill>
                <a:srgbClr val="0F172A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195733" y="3014133"/>
            <a:ext cx="2980267" cy="61383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1600">
                <a:solidFill>
                  <a:srgbClr val="47556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WPS </a:t>
            </a:r>
            <a:r>
              <a:rPr lang="zh-CN" altLang="en-US" sz="1600">
                <a:solidFill>
                  <a:srgbClr val="47556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与</a:t>
            </a:r>
            <a:r>
              <a:rPr lang="en-US" altLang="zh-CN" sz="1600">
                <a:solidFill>
                  <a:srgbClr val="47556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Microsoft Office </a:t>
            </a:r>
            <a:r>
              <a:rPr lang="zh-CN" altLang="en-US" sz="1600">
                <a:solidFill>
                  <a:srgbClr val="47556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同一套语义</a:t>
            </a:r>
            <a:endParaRPr lang="zh-CN" altLang="en-US" sz="1600">
              <a:solidFill>
                <a:srgbClr val="47556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46667" y="508000"/>
            <a:ext cx="10498667" cy="61383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3200" b="1">
                <a:solidFill>
                  <a:srgbClr val="4B38B3"/>
                </a:solidFill>
                <a:latin typeface="Microsoft YaHei" panose="020B0503020204020204" charset="-122"/>
                <a:ea typeface="Microsoft YaHei" panose="020B0503020204020204" charset="-122"/>
              </a:rPr>
              <a:t>四栏卡片页</a:t>
            </a:r>
            <a:endParaRPr lang="zh-CN" altLang="en-US" sz="3200" b="1">
              <a:solidFill>
                <a:srgbClr val="4B38B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846667" y="1270000"/>
            <a:ext cx="1185333" cy="847"/>
          </a:xfrm>
          <a:prstGeom prst="line">
            <a:avLst/>
          </a:prstGeom>
          <a:ln w="31750">
            <a:solidFill>
              <a:srgbClr val="4B38B3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圆角矩形 3"/>
          <p:cNvSpPr/>
          <p:nvPr/>
        </p:nvSpPr>
        <p:spPr>
          <a:xfrm>
            <a:off x="846667" y="1693333"/>
            <a:ext cx="2421467" cy="4402667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6000" y="1896533"/>
            <a:ext cx="609600" cy="67733"/>
          </a:xfrm>
          <a:prstGeom prst="rect">
            <a:avLst/>
          </a:prstGeom>
          <a:solidFill>
            <a:srgbClr val="4B38B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016000" y="2032000"/>
            <a:ext cx="2082800" cy="32681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1335" b="1">
                <a:solidFill>
                  <a:srgbClr val="4B38B3"/>
                </a:solidFill>
                <a:latin typeface="Microsoft YaHei" panose="020B0503020204020204" charset="-122"/>
                <a:ea typeface="Microsoft YaHei" panose="020B0503020204020204" charset="-122"/>
              </a:rPr>
              <a:t>A</a:t>
            </a:r>
            <a:endParaRPr lang="en-US" altLang="en-US" sz="1335" b="1">
              <a:solidFill>
                <a:srgbClr val="4B38B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16000" y="2404533"/>
            <a:ext cx="2082800" cy="4089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865" b="1">
                <a:solidFill>
                  <a:srgbClr val="0F172A"/>
                </a:solidFill>
                <a:latin typeface="Microsoft YaHei" panose="020B0503020204020204" charset="-122"/>
                <a:ea typeface="Microsoft YaHei" panose="020B0503020204020204" charset="-122"/>
              </a:rPr>
              <a:t>卡片一</a:t>
            </a:r>
            <a:endParaRPr lang="zh-CN" altLang="en-US" sz="1865" b="1">
              <a:solidFill>
                <a:srgbClr val="0F172A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16000" y="3014133"/>
            <a:ext cx="2082800" cy="34713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465">
                <a:solidFill>
                  <a:srgbClr val="475569"/>
                </a:solidFill>
                <a:latin typeface="Microsoft YaHei" panose="020B0503020204020204" charset="-122"/>
                <a:ea typeface="Microsoft YaHei" panose="020B0503020204020204" charset="-122"/>
              </a:rPr>
              <a:t>描述一</a:t>
            </a:r>
            <a:endParaRPr lang="zh-CN" altLang="en-US" sz="1465">
              <a:solidFill>
                <a:srgbClr val="47556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3539067" y="1693333"/>
            <a:ext cx="2421467" cy="4402667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708400" y="1896533"/>
            <a:ext cx="609600" cy="67733"/>
          </a:xfrm>
          <a:prstGeom prst="rect">
            <a:avLst/>
          </a:prstGeom>
          <a:solidFill>
            <a:srgbClr val="4B38B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708400" y="2032000"/>
            <a:ext cx="2082800" cy="32681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1335" b="1">
                <a:solidFill>
                  <a:srgbClr val="4B38B3"/>
                </a:solidFill>
                <a:latin typeface="Microsoft YaHei" panose="020B0503020204020204" charset="-122"/>
                <a:ea typeface="Microsoft YaHei" panose="020B0503020204020204" charset="-122"/>
              </a:rPr>
              <a:t>B</a:t>
            </a:r>
            <a:endParaRPr lang="en-US" altLang="en-US" sz="1335" b="1">
              <a:solidFill>
                <a:srgbClr val="4B38B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708400" y="2404533"/>
            <a:ext cx="2082800" cy="4089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865" b="1">
                <a:solidFill>
                  <a:srgbClr val="0F172A"/>
                </a:solidFill>
                <a:latin typeface="Microsoft YaHei" panose="020B0503020204020204" charset="-122"/>
                <a:ea typeface="Microsoft YaHei" panose="020B0503020204020204" charset="-122"/>
              </a:rPr>
              <a:t>卡片二</a:t>
            </a:r>
            <a:endParaRPr lang="zh-CN" altLang="en-US" sz="1865" b="1">
              <a:solidFill>
                <a:srgbClr val="0F172A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708400" y="3014133"/>
            <a:ext cx="2082800" cy="34713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465">
                <a:solidFill>
                  <a:srgbClr val="475569"/>
                </a:solidFill>
                <a:latin typeface="Microsoft YaHei" panose="020B0503020204020204" charset="-122"/>
                <a:ea typeface="Microsoft YaHei" panose="020B0503020204020204" charset="-122"/>
              </a:rPr>
              <a:t>描述二</a:t>
            </a:r>
            <a:endParaRPr lang="zh-CN" altLang="en-US" sz="1465">
              <a:solidFill>
                <a:srgbClr val="47556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6231467" y="1693333"/>
            <a:ext cx="2421467" cy="4402667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400800" y="1896533"/>
            <a:ext cx="609600" cy="67733"/>
          </a:xfrm>
          <a:prstGeom prst="rect">
            <a:avLst/>
          </a:prstGeom>
          <a:solidFill>
            <a:srgbClr val="4B38B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6400800" y="2032000"/>
            <a:ext cx="2082800" cy="32681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1335" b="1">
                <a:solidFill>
                  <a:srgbClr val="4B38B3"/>
                </a:solidFill>
                <a:latin typeface="Microsoft YaHei" panose="020B0503020204020204" charset="-122"/>
                <a:ea typeface="Microsoft YaHei" panose="020B0503020204020204" charset="-122"/>
              </a:rPr>
              <a:t>C</a:t>
            </a:r>
            <a:endParaRPr lang="en-US" altLang="en-US" sz="1335" b="1">
              <a:solidFill>
                <a:srgbClr val="4B38B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400800" y="2404533"/>
            <a:ext cx="2082800" cy="4089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865" b="1">
                <a:solidFill>
                  <a:srgbClr val="0F172A"/>
                </a:solidFill>
                <a:latin typeface="Microsoft YaHei" panose="020B0503020204020204" charset="-122"/>
                <a:ea typeface="Microsoft YaHei" panose="020B0503020204020204" charset="-122"/>
              </a:rPr>
              <a:t>卡片三</a:t>
            </a:r>
            <a:endParaRPr lang="zh-CN" altLang="en-US" sz="1865" b="1">
              <a:solidFill>
                <a:srgbClr val="0F172A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400800" y="3014133"/>
            <a:ext cx="2082800" cy="34713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465">
                <a:solidFill>
                  <a:srgbClr val="475569"/>
                </a:solidFill>
                <a:latin typeface="Microsoft YaHei" panose="020B0503020204020204" charset="-122"/>
                <a:ea typeface="Microsoft YaHei" panose="020B0503020204020204" charset="-122"/>
              </a:rPr>
              <a:t>描述三</a:t>
            </a:r>
            <a:endParaRPr lang="zh-CN" altLang="en-US" sz="1465">
              <a:solidFill>
                <a:srgbClr val="47556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8923867" y="1693333"/>
            <a:ext cx="2421467" cy="4402667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9093200" y="1896533"/>
            <a:ext cx="609600" cy="67733"/>
          </a:xfrm>
          <a:prstGeom prst="rect">
            <a:avLst/>
          </a:prstGeom>
          <a:solidFill>
            <a:srgbClr val="4B38B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9093200" y="2032000"/>
            <a:ext cx="2082800" cy="32681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1335" b="1">
                <a:solidFill>
                  <a:srgbClr val="4B38B3"/>
                </a:solidFill>
                <a:latin typeface="Microsoft YaHei" panose="020B0503020204020204" charset="-122"/>
                <a:ea typeface="Microsoft YaHei" panose="020B0503020204020204" charset="-122"/>
              </a:rPr>
              <a:t>D</a:t>
            </a:r>
            <a:endParaRPr lang="en-US" altLang="en-US" sz="1335" b="1">
              <a:solidFill>
                <a:srgbClr val="4B38B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093200" y="2404533"/>
            <a:ext cx="2082800" cy="4089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865" b="1">
                <a:solidFill>
                  <a:srgbClr val="0F172A"/>
                </a:solidFill>
                <a:latin typeface="Microsoft YaHei" panose="020B0503020204020204" charset="-122"/>
                <a:ea typeface="Microsoft YaHei" panose="020B0503020204020204" charset="-122"/>
              </a:rPr>
              <a:t>卡片四</a:t>
            </a:r>
            <a:endParaRPr lang="zh-CN" altLang="en-US" sz="1865" b="1">
              <a:solidFill>
                <a:srgbClr val="0F172A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9093200" y="3014133"/>
            <a:ext cx="2082800" cy="34713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465">
                <a:solidFill>
                  <a:srgbClr val="475569"/>
                </a:solidFill>
                <a:latin typeface="Microsoft YaHei" panose="020B0503020204020204" charset="-122"/>
                <a:ea typeface="Microsoft YaHei" panose="020B0503020204020204" charset="-122"/>
              </a:rPr>
              <a:t>描述四</a:t>
            </a:r>
            <a:endParaRPr lang="zh-CN" altLang="en-US" sz="1465">
              <a:solidFill>
                <a:srgbClr val="47556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B38B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16000" y="2709333"/>
            <a:ext cx="10160000" cy="9423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CN" altLang="en-US" sz="533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结束页</a:t>
            </a:r>
            <a:endParaRPr lang="zh-CN" altLang="en-US" sz="5335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圆角矩形 1"/>
          <p:cNvSpPr/>
          <p:nvPr/>
        </p:nvSpPr>
        <p:spPr>
          <a:xfrm>
            <a:off x="846667" y="1693333"/>
            <a:ext cx="3318933" cy="4402667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016000" y="1896533"/>
            <a:ext cx="609600" cy="67733"/>
          </a:xfrm>
          <a:prstGeom prst="rect">
            <a:avLst/>
          </a:prstGeom>
          <a:solidFill>
            <a:srgbClr val="0F4C8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16000" y="2032000"/>
            <a:ext cx="2980267" cy="32681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1335" b="1">
                <a:solidFill>
                  <a:srgbClr val="0F4C81"/>
                </a:solidFill>
                <a:latin typeface="Microsoft YaHei" panose="020B0503020204020204" charset="-122"/>
                <a:ea typeface="Microsoft YaHei" panose="020B0503020204020204" charset="-122"/>
              </a:rPr>
              <a:t>X</a:t>
            </a:r>
            <a:endParaRPr lang="en-US" altLang="en-US" sz="1335" b="1">
              <a:solidFill>
                <a:srgbClr val="0F4C8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16000" y="2404533"/>
            <a:ext cx="2980267" cy="4495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135" b="1">
                <a:solidFill>
                  <a:srgbClr val="0F172A"/>
                </a:solidFill>
                <a:latin typeface="Microsoft YaHei" panose="020B0503020204020204" charset="-122"/>
                <a:ea typeface="Microsoft YaHei" panose="020B0503020204020204" charset="-122"/>
              </a:rPr>
              <a:t>独立卡片一</a:t>
            </a:r>
            <a:endParaRPr lang="zh-CN" altLang="en-US" sz="2135" b="1">
              <a:solidFill>
                <a:srgbClr val="0F172A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16000" y="3014133"/>
            <a:ext cx="2980267" cy="61383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600">
                <a:solidFill>
                  <a:srgbClr val="47556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通过</a:t>
            </a:r>
            <a:r>
              <a:rPr lang="en-US" altLang="zh-CN" sz="1600">
                <a:solidFill>
                  <a:srgbClr val="47556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add_business_cards </a:t>
            </a:r>
            <a:r>
              <a:rPr lang="zh-CN" altLang="en-US" sz="1600">
                <a:solidFill>
                  <a:srgbClr val="47556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单独调用</a:t>
            </a:r>
            <a:endParaRPr lang="zh-CN" altLang="en-US" sz="1600">
              <a:solidFill>
                <a:srgbClr val="47556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4436533" y="1693333"/>
            <a:ext cx="3318933" cy="4402667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605867" y="1896533"/>
            <a:ext cx="609600" cy="67733"/>
          </a:xfrm>
          <a:prstGeom prst="rect">
            <a:avLst/>
          </a:prstGeom>
          <a:solidFill>
            <a:srgbClr val="0F4C8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605867" y="2032000"/>
            <a:ext cx="2980267" cy="32681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1335" b="1">
                <a:solidFill>
                  <a:srgbClr val="0F4C81"/>
                </a:solidFill>
                <a:latin typeface="Microsoft YaHei" panose="020B0503020204020204" charset="-122"/>
                <a:ea typeface="Microsoft YaHei" panose="020B0503020204020204" charset="-122"/>
              </a:rPr>
              <a:t>Y</a:t>
            </a:r>
            <a:endParaRPr lang="en-US" altLang="en-US" sz="1335" b="1">
              <a:solidFill>
                <a:srgbClr val="0F4C8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605867" y="2404533"/>
            <a:ext cx="2980267" cy="4495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135" b="1">
                <a:solidFill>
                  <a:srgbClr val="0F172A"/>
                </a:solidFill>
                <a:latin typeface="Microsoft YaHei" panose="020B0503020204020204" charset="-122"/>
                <a:ea typeface="Microsoft YaHei" panose="020B0503020204020204" charset="-122"/>
              </a:rPr>
              <a:t>独立卡片二</a:t>
            </a:r>
            <a:endParaRPr lang="zh-CN" altLang="en-US" sz="2135" b="1">
              <a:solidFill>
                <a:srgbClr val="0F172A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605867" y="3014133"/>
            <a:ext cx="2980267" cy="36745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600">
                <a:solidFill>
                  <a:srgbClr val="475569"/>
                </a:solidFill>
                <a:latin typeface="Microsoft YaHei" panose="020B0503020204020204" charset="-122"/>
                <a:ea typeface="Microsoft YaHei" panose="020B0503020204020204" charset="-122"/>
              </a:rPr>
              <a:t>验证几何是否按页面缩放</a:t>
            </a:r>
            <a:endParaRPr lang="zh-CN" altLang="en-US" sz="1600">
              <a:solidFill>
                <a:srgbClr val="47556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8026400" y="1693333"/>
            <a:ext cx="3318933" cy="4402667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8195733" y="1896533"/>
            <a:ext cx="609600" cy="67733"/>
          </a:xfrm>
          <a:prstGeom prst="rect">
            <a:avLst/>
          </a:prstGeom>
          <a:solidFill>
            <a:srgbClr val="0F4C8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8195733" y="2032000"/>
            <a:ext cx="2980267" cy="32681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1335" b="1">
                <a:solidFill>
                  <a:srgbClr val="0F4C81"/>
                </a:solidFill>
                <a:latin typeface="Microsoft YaHei" panose="020B0503020204020204" charset="-122"/>
                <a:ea typeface="Microsoft YaHei" panose="020B0503020204020204" charset="-122"/>
              </a:rPr>
              <a:t>Z</a:t>
            </a:r>
            <a:endParaRPr lang="en-US" altLang="en-US" sz="1335" b="1">
              <a:solidFill>
                <a:srgbClr val="0F4C8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195733" y="2404533"/>
            <a:ext cx="2980267" cy="4495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135" b="1">
                <a:solidFill>
                  <a:srgbClr val="0F172A"/>
                </a:solidFill>
                <a:latin typeface="Microsoft YaHei" panose="020B0503020204020204" charset="-122"/>
                <a:ea typeface="Microsoft YaHei" panose="020B0503020204020204" charset="-122"/>
              </a:rPr>
              <a:t>独立卡片三</a:t>
            </a:r>
            <a:endParaRPr lang="zh-CN" altLang="en-US" sz="2135" b="1">
              <a:solidFill>
                <a:srgbClr val="0F172A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195733" y="3014133"/>
            <a:ext cx="2980267" cy="36745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600">
                <a:solidFill>
                  <a:srgbClr val="475569"/>
                </a:solidFill>
                <a:latin typeface="Microsoft YaHei" panose="020B0503020204020204" charset="-122"/>
                <a:ea typeface="Microsoft YaHei" panose="020B0503020204020204" charset="-122"/>
              </a:rPr>
              <a:t>验证返回体字段</a:t>
            </a:r>
            <a:endParaRPr lang="zh-CN" altLang="en-US" sz="1600">
              <a:solidFill>
                <a:srgbClr val="47556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846667" y="1693333"/>
            <a:ext cx="5113867" cy="4402667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1016000" y="1896533"/>
            <a:ext cx="609600" cy="67733"/>
          </a:xfrm>
          <a:prstGeom prst="rect">
            <a:avLst/>
          </a:prstGeom>
          <a:solidFill>
            <a:srgbClr val="0F4C8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016000" y="2032000"/>
            <a:ext cx="4775200" cy="32681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1335" b="1">
                <a:solidFill>
                  <a:srgbClr val="0F4C81"/>
                </a:solidFill>
                <a:latin typeface="Microsoft YaHei" panose="020B0503020204020204" charset="-122"/>
                <a:ea typeface="Microsoft YaHei" panose="020B0503020204020204" charset="-122"/>
              </a:rPr>
              <a:t>A</a:t>
            </a:r>
            <a:endParaRPr lang="en-US" altLang="en-US" sz="1335" b="1">
              <a:solidFill>
                <a:srgbClr val="0F4C8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016000" y="2404533"/>
            <a:ext cx="4775200" cy="4495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135" b="1">
                <a:solidFill>
                  <a:srgbClr val="0F172A"/>
                </a:solidFill>
                <a:latin typeface="Microsoft YaHei" panose="020B0503020204020204" charset="-122"/>
                <a:ea typeface="Microsoft YaHei" panose="020B0503020204020204" charset="-122"/>
              </a:rPr>
              <a:t>超量</a:t>
            </a:r>
            <a:endParaRPr lang="zh-CN" altLang="en-US" sz="2135" b="1">
              <a:solidFill>
                <a:srgbClr val="0F172A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016000" y="3014133"/>
            <a:ext cx="4775200" cy="36745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600">
                <a:solidFill>
                  <a:srgbClr val="475569"/>
                </a:solidFill>
                <a:latin typeface="Microsoft YaHei" panose="020B0503020204020204" charset="-122"/>
                <a:ea typeface="Microsoft YaHei" panose="020B0503020204020204" charset="-122"/>
              </a:rPr>
              <a:t>三张卡放进两栏</a:t>
            </a:r>
            <a:endParaRPr lang="zh-CN" altLang="en-US" sz="1600">
              <a:solidFill>
                <a:srgbClr val="47556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439</Words>
  <Application>WPS 表格</Application>
  <PresentationFormat>宽屏</PresentationFormat>
  <Paragraphs>148</Paragraphs>
  <Slides>25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6" baseType="lpstr">
      <vt:lpstr>Arial</vt:lpstr>
      <vt:lpstr>宋体</vt:lpstr>
      <vt:lpstr>Wingdings</vt:lpstr>
      <vt:lpstr>Wingdings</vt:lpstr>
      <vt:lpstr>苹方-简</vt:lpstr>
      <vt:lpstr>汉仪书宋二KW</vt:lpstr>
      <vt:lpstr>宋体</vt:lpstr>
      <vt:lpstr>Arial Unicode MS</vt:lpstr>
      <vt:lpstr>微软雅黑</vt:lpstr>
      <vt:lpstr>Microsoft YaHei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jolin</dc:creator>
  <cp:lastModifiedBy>jolin</cp:lastModifiedBy>
  <cp:revision>168</cp:revision>
  <dcterms:created xsi:type="dcterms:W3CDTF">2026-09-22T08:03:23Z</dcterms:created>
  <dcterms:modified xsi:type="dcterms:W3CDTF">2026-09-22T08:03:23Z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2052-12.1.28496.28496</vt:lpwstr>
  </property>
  <property fmtid="{D5CDD505-2E9C-101B-9397-08002B2CF9AE}" pid="3" name="ICV">
    <vt:lpwstr>5FB85FB2AA8A3BF50F34B26AFA39AC00_41</vt:lpwstr>
  </property>
</Properties>
</file>