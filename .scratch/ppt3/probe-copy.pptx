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3"/>
    <p:sldId id="270" r:id="rId4"/>
    <p:sldId id="258" r:id="rId5"/>
    <p:sldId id="257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9" r:id="rId16"/>
    <p:sldId id="271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这是演讲者备注：请讲</a:t>
            </a:r>
            <a:r>
              <a:rPr lang="en-US" altLang="zh-CN"/>
              <a:t> 3 </a:t>
            </a:r>
            <a:r>
              <a:rPr lang="zh-CN" altLang="en-US"/>
              <a:t>分钟。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62000" y="1778000"/>
            <a:ext cx="76200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36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实验标题页</a:t>
            </a:r>
            <a:endParaRPr lang="en-US" altLang="en-US" sz="36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62000" y="2921000"/>
            <a:ext cx="7620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几何复现 · 干净实验</a:t>
            </a:r>
            <a:endParaRPr lang="en-US" altLang="en-US">
              <a:solidFill>
                <a:srgbClr val="E2E8F0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35000" y="381000"/>
            <a:ext cx="7874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内容页A（有正文）</a:t>
            </a:r>
            <a:endParaRPr lang="en-US" altLang="en-US" sz="2400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635000" y="952500"/>
            <a:ext cx="889000" cy="635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62000" y="1270000"/>
            <a:ext cx="7620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要点一
要点二
要点三</a:t>
            </a:r>
            <a:endParaRPr lang="en-US" altLang="en-US" sz="1600">
              <a:solidFill>
                <a:srgbClr val="33415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35000" y="381000"/>
            <a:ext cx="7874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内容页B（故意不传正文）</a:t>
            </a:r>
            <a:endParaRPr lang="en-US" altLang="en-US" sz="2400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635000" y="952500"/>
            <a:ext cx="889000" cy="635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35000" y="381000"/>
            <a:ext cx="7874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2400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内容页A（有正文）</a:t>
            </a:r>
            <a:endParaRPr lang="en-US" altLang="en-US" sz="2400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635000" y="952500"/>
            <a:ext cx="889000" cy="635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762000" y="1270000"/>
            <a:ext cx="762000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600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要点一
要点二
要点三</a:t>
            </a:r>
            <a:endParaRPr lang="en-US" altLang="en-US" sz="1600">
              <a:solidFill>
                <a:srgbClr val="33415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4C8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62000" y="2032000"/>
            <a:ext cx="7620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en-US" sz="40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谢谢观看</a:t>
            </a:r>
            <a:endParaRPr lang="en-US" altLang="en-US" sz="40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B38B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016000" y="2370667"/>
            <a:ext cx="10160000" cy="8602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4800" b="1">
                <a:solidFill>
                  <a:srgbClr val="FFFFFF"/>
                </a:solidFill>
                <a:latin typeface="Microsoft YaHei" panose="020B0503020204020204" charset="-122"/>
                <a:ea typeface="Microsoft YaHei" panose="020B0503020204020204" charset="-122"/>
              </a:rPr>
              <a:t>指纹标题</a:t>
            </a:r>
            <a:endParaRPr lang="zh-CN" altLang="en-US" sz="4800" b="1">
              <a:solidFill>
                <a:srgbClr val="FFFFFF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016000" y="3894667"/>
            <a:ext cx="10160000" cy="49106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400">
                <a:solidFill>
                  <a:srgbClr val="E2E8F0"/>
                </a:solidFill>
                <a:latin typeface="Microsoft YaHei" panose="020B0503020204020204" charset="-122"/>
                <a:ea typeface="Microsoft YaHei" panose="020B0503020204020204" charset="-122"/>
              </a:rPr>
              <a:t>第二次生成</a:t>
            </a:r>
            <a:endParaRPr lang="zh-CN" altLang="en-US" sz="2400">
              <a:solidFill>
                <a:srgbClr val="E2E8F0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46667" y="508000"/>
            <a:ext cx="10498667" cy="6138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200" b="1">
                <a:solidFill>
                  <a:srgbClr val="4B38B3"/>
                </a:solidFill>
                <a:latin typeface="Microsoft YaHei" panose="020B0503020204020204" charset="-122"/>
                <a:ea typeface="Microsoft YaHei" panose="020B0503020204020204" charset="-122"/>
              </a:rPr>
              <a:t>卡片页</a:t>
            </a:r>
            <a:endParaRPr lang="zh-CN" altLang="en-US" sz="3200" b="1">
              <a:solidFill>
                <a:srgbClr val="4B38B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46667" y="1270000"/>
            <a:ext cx="1185333" cy="847"/>
          </a:xfrm>
          <a:prstGeom prst="line">
            <a:avLst/>
          </a:prstGeom>
          <a:ln w="31750">
            <a:solidFill>
              <a:srgbClr val="4B38B3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圆角矩形 3"/>
          <p:cNvSpPr/>
          <p:nvPr/>
        </p:nvSpPr>
        <p:spPr>
          <a:xfrm>
            <a:off x="846667" y="1693333"/>
            <a:ext cx="5113867" cy="440266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016000" y="1896533"/>
            <a:ext cx="609600" cy="67733"/>
          </a:xfrm>
          <a:prstGeom prst="rect">
            <a:avLst/>
          </a:prstGeom>
          <a:solidFill>
            <a:srgbClr val="4B38B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16000" y="2032000"/>
            <a:ext cx="4775200" cy="326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335" b="1">
                <a:solidFill>
                  <a:srgbClr val="4B38B3"/>
                </a:solidFill>
                <a:latin typeface="Microsoft YaHei" panose="020B0503020204020204" charset="-122"/>
                <a:ea typeface="Microsoft YaHei" panose="020B0503020204020204" charset="-122"/>
              </a:rPr>
              <a:t>A</a:t>
            </a:r>
            <a:endParaRPr lang="en-US" altLang="en-US" sz="1335" b="1">
              <a:solidFill>
                <a:srgbClr val="4B38B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16000" y="2404533"/>
            <a:ext cx="4775200" cy="449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13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卡</a:t>
            </a:r>
            <a:r>
              <a:rPr lang="en-US" altLang="zh-CN" sz="213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</a:t>
            </a:r>
            <a:endParaRPr lang="en-US" altLang="zh-CN" sz="2135" b="1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16000" y="3014133"/>
            <a:ext cx="4775200" cy="36745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描述</a:t>
            </a:r>
            <a:r>
              <a:rPr lang="en-US" altLang="zh-CN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1</a:t>
            </a:r>
            <a:endParaRPr lang="en-US" altLang="zh-CN" sz="1600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6231467" y="1693333"/>
            <a:ext cx="5113867" cy="440266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6400800" y="1896533"/>
            <a:ext cx="609600" cy="67733"/>
          </a:xfrm>
          <a:prstGeom prst="rect">
            <a:avLst/>
          </a:prstGeom>
          <a:solidFill>
            <a:srgbClr val="4B38B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6400800" y="2032000"/>
            <a:ext cx="4775200" cy="32681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en-US" altLang="en-US" sz="1335" b="1">
                <a:solidFill>
                  <a:srgbClr val="4B38B3"/>
                </a:solidFill>
                <a:latin typeface="Microsoft YaHei" panose="020B0503020204020204" charset="-122"/>
                <a:ea typeface="Microsoft YaHei" panose="020B0503020204020204" charset="-122"/>
              </a:rPr>
              <a:t>B</a:t>
            </a:r>
            <a:endParaRPr lang="en-US" altLang="en-US" sz="1335" b="1">
              <a:solidFill>
                <a:srgbClr val="4B38B3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6400800" y="2404533"/>
            <a:ext cx="4775200" cy="4495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13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卡</a:t>
            </a:r>
            <a:r>
              <a:rPr lang="en-US" altLang="zh-CN" sz="2135" b="1">
                <a:solidFill>
                  <a:srgbClr val="0F172A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</a:t>
            </a:r>
            <a:endParaRPr lang="en-US" altLang="zh-CN" sz="2135" b="1">
              <a:solidFill>
                <a:srgbClr val="0F172A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6400800" y="3014133"/>
            <a:ext cx="4775200" cy="36745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描述</a:t>
            </a:r>
            <a:r>
              <a:rPr lang="en-US" altLang="zh-CN" sz="1600">
                <a:solidFill>
                  <a:srgbClr val="475569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2</a:t>
            </a:r>
            <a:endParaRPr lang="en-US" altLang="zh-CN" sz="1600">
              <a:solidFill>
                <a:srgbClr val="475569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46667" y="508000"/>
            <a:ext cx="10498667" cy="6138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200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</a:rPr>
              <a:t>新版构建下的无正文内容页</a:t>
            </a:r>
            <a:endParaRPr lang="zh-CN" altLang="en-US" sz="3200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46667" y="1270000"/>
            <a:ext cx="1185333" cy="847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46667" y="508000"/>
            <a:ext cx="10498667" cy="6138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200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</a:rPr>
              <a:t>新版构建下的空数组正文页</a:t>
            </a:r>
            <a:endParaRPr lang="zh-CN" altLang="en-US" sz="3200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46667" y="1270000"/>
            <a:ext cx="1185333" cy="847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016000" y="1524000"/>
          <a:ext cx="10160000" cy="381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86455"/>
                <a:gridCol w="3386455"/>
                <a:gridCol w="338645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rgbClr val="CBD5E1"/>
                      </a:solidFill>
                    </a:lnL>
                    <a:lnR w="1905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 cmpd="sng">
                      <a:solidFill>
                        <a:srgbClr val="FFFFFF"/>
                      </a:solidFill>
                    </a:lnL>
                    <a:lnR w="1905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0F4C81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905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0F4C81"/>
                    </a:solidFill>
                  </a:tcPr>
                </a:tc>
              </a:tr>
              <a:tr h="584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lnL w="12700" cmpd="sng">
                      <a:solidFill>
                        <a:srgbClr val="CBD5E1"/>
                      </a:solidFill>
                    </a:lnL>
                    <a:lnR w="12700" cmpd="sng">
                      <a:solidFill>
                        <a:srgbClr val="CBD5E1"/>
                      </a:solidFill>
                    </a:lnR>
                    <a:lnT w="12700" cmpd="sng">
                      <a:solidFill>
                        <a:srgbClr val="CBD5E1"/>
                      </a:solidFill>
                    </a:lnT>
                    <a:lnB w="12700" cmpd="sng">
                      <a:solidFill>
                        <a:srgbClr val="CBD5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表格 1"/>
          <p:cNvGraphicFramePr/>
          <p:nvPr/>
        </p:nvGraphicFramePr>
        <p:xfrm>
          <a:off x="1016000" y="1524000"/>
          <a:ext cx="10160000" cy="381000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386455"/>
                <a:gridCol w="3386455"/>
                <a:gridCol w="3386455"/>
              </a:tblGrid>
              <a:tr h="381000">
                <a:tc>
                  <a:txBody>
                    <a:bodyPr wrap="square"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企业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2700" cmpd="sng">
                      <a:solidFill>
                        <a:srgbClr val="333333"/>
                      </a:solidFill>
                    </a:lnL>
                    <a:lnR w="1905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0072C6"/>
                    </a:solidFill>
                  </a:tcPr>
                </a:tc>
                <a:tc>
                  <a:txBody>
                    <a:bodyPr wrap="square"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环节</a:t>
                      </a:r>
                      <a:endParaRPr lang="zh-CN" altLang="en-US" sz="16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9050" cmpd="sng">
                      <a:solidFill>
                        <a:srgbClr val="FFFFFF"/>
                      </a:solidFill>
                    </a:lnL>
                    <a:lnR w="1905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0072C6"/>
                    </a:solidFill>
                  </a:tcPr>
                </a:tc>
                <a:tc>
                  <a:txBody>
                    <a:bodyPr wrap="square"/>
                    <a:p>
                      <a:pPr algn="ctr">
                        <a:buNone/>
                      </a:pPr>
                      <a:r>
                        <a:rPr lang="zh-CN" altLang="en-US" sz="16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产能</a:t>
                      </a:r>
                      <a:r>
                        <a:rPr lang="en-US" altLang="zh-CN" sz="1600" b="1">
                          <a:solidFill>
                            <a:srgbClr val="FFFFFF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  <a:cs typeface="Microsoft YaHei" panose="020B0503020204020204" charset="-122"/>
                        </a:rPr>
                        <a:t>(MW)</a:t>
                      </a:r>
                      <a:endParaRPr lang="en-US" altLang="zh-CN" sz="1600" b="1">
                        <a:solidFill>
                          <a:srgbClr val="FFFFFF"/>
                        </a:solidFill>
                        <a:latin typeface="Microsoft YaHei" panose="020B0503020204020204" charset="-122"/>
                        <a:ea typeface="Microsoft YaHei" panose="020B0503020204020204" charset="-122"/>
                        <a:cs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905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333333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0072C6"/>
                    </a:solidFill>
                  </a:tcPr>
                </a:tc>
              </a:tr>
              <a:tr h="584200">
                <a:tc>
                  <a:txBody>
                    <a:bodyPr wrap="square"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协鑫光电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2700" cmpd="sng">
                      <a:solidFill>
                        <a:srgbClr val="333333"/>
                      </a:solidFill>
                    </a:lnL>
                    <a:lnR w="12700" cmpd="sng">
                      <a:solidFill>
                        <a:srgbClr val="333333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改过的单元格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2700" cmpd="sng">
                      <a:solidFill>
                        <a:srgbClr val="333333"/>
                      </a:solidFill>
                    </a:lnL>
                    <a:lnR w="12700" cmpd="sng">
                      <a:solidFill>
                        <a:srgbClr val="333333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1000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2700" cmpd="sng">
                      <a:solidFill>
                        <a:srgbClr val="333333"/>
                      </a:solidFill>
                    </a:lnL>
                    <a:lnR w="12700" cmpd="sng">
                      <a:solidFill>
                        <a:srgbClr val="333333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4200">
                <a:tc>
                  <a:txBody>
                    <a:bodyPr wrap="square"/>
                    <a:p>
                      <a:pPr algn="ctr">
                        <a:buNone/>
                      </a:pPr>
                      <a:r>
                        <a:rPr lang="zh-CN" altLang="en-US" sz="1400" b="1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极电光能</a:t>
                      </a:r>
                      <a:endParaRPr lang="zh-CN" altLang="en-US" sz="1400" b="1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2700" cmpd="sng">
                      <a:solidFill>
                        <a:srgbClr val="333333"/>
                      </a:solidFill>
                    </a:lnL>
                    <a:lnR w="12700" cmpd="sng">
                      <a:solidFill>
                        <a:srgbClr val="333333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zh-CN" altLang="en-US" sz="14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电池组件</a:t>
                      </a:r>
                      <a:endParaRPr lang="zh-CN" altLang="en-US" sz="14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2700" cmpd="sng">
                      <a:solidFill>
                        <a:srgbClr val="333333"/>
                      </a:solidFill>
                    </a:lnL>
                    <a:lnR w="12700" cmpd="sng">
                      <a:solidFill>
                        <a:srgbClr val="333333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p>
                      <a:pPr algn="l">
                        <a:buNone/>
                      </a:pPr>
                      <a:r>
                        <a:rPr lang="en-US" altLang="en-US" sz="1400" b="0">
                          <a:solidFill>
                            <a:srgbClr val="000000"/>
                          </a:solidFill>
                          <a:latin typeface="Microsoft YaHei" panose="020B0503020204020204" charset="-122"/>
                          <a:ea typeface="Microsoft YaHei" panose="020B0503020204020204" charset="-122"/>
                        </a:rPr>
                        <a:t>500</a:t>
                      </a:r>
                      <a:endParaRPr lang="en-US" altLang="en-US" sz="1400" b="0">
                        <a:solidFill>
                          <a:srgbClr val="000000"/>
                        </a:solidFill>
                        <a:latin typeface="Microsoft YaHei" panose="020B0503020204020204" charset="-122"/>
                        <a:ea typeface="Microsoft YaHei" panose="020B0503020204020204" charset="-122"/>
                      </a:endParaRPr>
                    </a:p>
                  </a:txBody>
                  <a:tcPr marL="63500" marR="63500" marT="38100" marB="38100" anchor="ctr">
                    <a:lnL w="12700" cmpd="sng">
                      <a:solidFill>
                        <a:srgbClr val="333333"/>
                      </a:solidFill>
                    </a:lnL>
                    <a:lnR w="12700" cmpd="sng">
                      <a:solidFill>
                        <a:srgbClr val="333333"/>
                      </a:solidFill>
                    </a:lnR>
                    <a:lnT w="12700" cmpd="sng">
                      <a:solidFill>
                        <a:srgbClr val="333333"/>
                      </a:solidFill>
                    </a:lnT>
                    <a:lnB w="12700" cmpd="sng">
                      <a:solidFill>
                        <a:srgbClr val="333333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/>
        </p:nvSpPr>
        <p:spPr>
          <a:xfrm>
            <a:off x="1016000" y="508000"/>
            <a:ext cx="762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</a:rPr>
              <a:t>手动文本框</a:t>
            </a:r>
            <a:endParaRPr lang="zh-CN" altLang="en-US" sz="2400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3175000" y="6286500"/>
            <a:ext cx="3302000" cy="1143000"/>
          </a:xfrm>
          <a:prstGeom prst="roundRect">
            <a:avLst/>
          </a:prstGeom>
          <a:solidFill>
            <a:srgbClr val="FEF3C7"/>
          </a:solidFill>
          <a:ln>
            <a:solidFill>
              <a:srgbClr val="E2E8F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更新后的矩形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635000" y="381000"/>
            <a:ext cx="7874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</a:rPr>
              <a:t>图表页布局</a:t>
            </a:r>
            <a:endParaRPr lang="zh-CN" altLang="en-US" sz="2400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635000" y="952500"/>
            <a:ext cx="889000" cy="635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846667" y="508000"/>
            <a:ext cx="10498667" cy="613833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3200" b="1">
                <a:solidFill>
                  <a:srgbClr val="0F4C81"/>
                </a:solidFill>
                <a:latin typeface="Microsoft YaHei" panose="020B0503020204020204" charset="-122"/>
                <a:ea typeface="Microsoft YaHei" panose="020B0503020204020204" charset="-122"/>
              </a:rPr>
              <a:t>带备注的页</a:t>
            </a:r>
            <a:endParaRPr lang="zh-CN" altLang="en-US" sz="3200" b="1">
              <a:solidFill>
                <a:srgbClr val="0F4C81"/>
              </a:solidFill>
              <a:latin typeface="Microsoft YaHei" panose="020B0503020204020204" charset="-122"/>
              <a:ea typeface="Microsoft YaHei" panose="020B0503020204020204" charset="-122"/>
            </a:endParaRPr>
          </a:p>
        </p:txBody>
      </p:sp>
      <p:cxnSp>
        <p:nvCxnSpPr>
          <p:cNvPr id="3" name="直接连接符 2"/>
          <p:cNvCxnSpPr/>
          <p:nvPr/>
        </p:nvCxnSpPr>
        <p:spPr>
          <a:xfrm>
            <a:off x="846667" y="1270000"/>
            <a:ext cx="1185333" cy="847"/>
          </a:xfrm>
          <a:prstGeom prst="line">
            <a:avLst/>
          </a:prstGeom>
          <a:ln w="31750">
            <a:solidFill>
              <a:srgbClr val="0F4C8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" name="文本框 3"/>
          <p:cNvSpPr txBox="1"/>
          <p:nvPr/>
        </p:nvSpPr>
        <p:spPr>
          <a:xfrm>
            <a:off x="1016000" y="1693333"/>
            <a:ext cx="10160000" cy="778087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r>
              <a:rPr lang="zh-CN" altLang="en-US" sz="2135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甲</a:t>
            </a:r>
            <a:r>
              <a:rPr lang="en-US" altLang="zh-CN" sz="2135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
</a:t>
            </a:r>
            <a:r>
              <a:rPr lang="zh-CN" altLang="en-US" sz="2135">
                <a:solidFill>
                  <a:srgbClr val="334155"/>
                </a:solidFill>
                <a:latin typeface="Microsoft YaHei" panose="020B0503020204020204" charset="-122"/>
                <a:ea typeface="Microsoft YaHei" panose="020B0503020204020204" charset="-122"/>
                <a:cs typeface="Microsoft YaHei" panose="020B0503020204020204" charset="-122"/>
              </a:rPr>
              <a:t>乙</a:t>
            </a:r>
            <a:endParaRPr lang="zh-CN" altLang="en-US" sz="2135">
              <a:solidFill>
                <a:srgbClr val="334155"/>
              </a:solidFill>
              <a:latin typeface="Microsoft YaHei" panose="020B0503020204020204" charset="-122"/>
              <a:ea typeface="Microsoft YaHei" panose="020B0503020204020204" charset="-122"/>
              <a:cs typeface="Microsoft YaHei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179</Words>
  <Application>WPS 表格</Application>
  <PresentationFormat>宽屏</PresentationFormat>
  <Paragraphs>66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宋体</vt:lpstr>
      <vt:lpstr>Wingdings</vt:lpstr>
      <vt:lpstr>Wingdings</vt:lpstr>
      <vt:lpstr>苹方-简</vt:lpstr>
      <vt:lpstr>汉仪书宋二KW</vt:lpstr>
      <vt:lpstr>宋体</vt:lpstr>
      <vt:lpstr>Arial Unicode MS</vt:lpstr>
      <vt:lpstr>微软雅黑</vt:lpstr>
      <vt:lpstr>Microsoft YaHei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jolin</dc:creator>
  <cp:lastModifiedBy>jolin</cp:lastModifiedBy>
  <cp:revision>165</cp:revision>
  <dcterms:created xsi:type="dcterms:W3CDTF">2026-09-22T07:57:57Z</dcterms:created>
  <dcterms:modified xsi:type="dcterms:W3CDTF">2026-09-22T07:57:57Z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2052-12.1.28496.28496</vt:lpwstr>
  </property>
  <property fmtid="{D5CDD505-2E9C-101B-9397-08002B2CF9AE}" pid="3" name="ICV">
    <vt:lpwstr>5FB85FB2AA8A3BF50F34B26AFA39AC00_41</vt:lpwstr>
  </property>
</Properties>
</file>